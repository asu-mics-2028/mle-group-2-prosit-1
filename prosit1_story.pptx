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6"/>
    <p:sldId id="269" r:id="rId5"/>
    <p:sldId id="270" r:id="rId4"/>
    <p:sldId id="271" r:id="rId3"/>
    <p:sldId id="272" r:id="rId2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4444"/>
    <a:srgbClr val="51808E"/>
    <a:srgbClr val="96D9F3"/>
    <a:srgbClr val="EFB05C"/>
    <a:srgbClr val="D0D0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42" autoAdjust="0"/>
    <p:restoredTop sz="94655"/>
  </p:normalViewPr>
  <p:slideViewPr>
    <p:cSldViewPr snapToGrid="0" showGuides="1">
      <p:cViewPr varScale="1">
        <p:scale>
          <a:sx n="104" d="100"/>
          <a:sy n="104" d="100"/>
        </p:scale>
        <p:origin x="11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7.xml"/><Relationship Id="rId3" Type="http://schemas.openxmlformats.org/officeDocument/2006/relationships/slide" Target="slides/slide16.xml"/><Relationship Id="rId4" Type="http://schemas.openxmlformats.org/officeDocument/2006/relationships/slide" Target="slides/slide15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ownership</c:v>
                </c:pt>
              </c:strCache>
            </c:strRef>
          </c:tx>
          <c:spPr>
            <a:solidFill>
              <a:srgbClr val="017597"/>
            </a:solidFill>
          </c:spPr>
          <c:dPt>
            <c:idx val="1"/>
            <c:spPr>
              <a:solidFill>
                <a:srgbClr val="9D4444"/>
              </a:solidFill>
            </c:spPr>
          </c:dPt>
          <c:cat>
            <c:strRef>
              <c:f>Sheet1!$A$2:$A$3</c:f>
              <c:strCache>
                <c:ptCount val="2"/>
                <c:pt idx="0">
                  <c:v>Plain average</c:v>
                </c:pt>
                <c:pt idx="1">
                  <c:v>Weighted average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71.0</c:v>
                </c:pt>
                <c:pt idx="1">
                  <c:v>66.8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47FFA-5C99-48BF-AAC3-EB359F186262}" type="datetimeFigureOut">
              <a:rPr lang="en-ID" smtClean="0"/>
              <a:t>19/02/2026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AF114-D05F-4E29-8E00-4E388109966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8230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80DC48-1756-19BA-20CC-13D74B86A869}"/>
              </a:ext>
            </a:extLst>
          </p:cNvPr>
          <p:cNvSpPr/>
          <p:nvPr userDrawn="1"/>
        </p:nvSpPr>
        <p:spPr>
          <a:xfrm>
            <a:off x="623887" y="1888213"/>
            <a:ext cx="10944226" cy="4367046"/>
          </a:xfrm>
          <a:prstGeom prst="rect">
            <a:avLst/>
          </a:prstGeom>
          <a:solidFill>
            <a:srgbClr val="9D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 descr="A black and white pattern&#10;&#10;AI-generated content may be incorrect.">
            <a:extLst>
              <a:ext uri="{FF2B5EF4-FFF2-40B4-BE49-F238E27FC236}">
                <a16:creationId xmlns:a16="http://schemas.microsoft.com/office/drawing/2014/main" id="{F4DD2C4E-1720-AC34-85B5-FAD5FE86040E}"/>
              </a:ext>
            </a:extLst>
          </p:cNvPr>
          <p:cNvPicPr/>
          <p:nvPr userDrawn="1"/>
        </p:nvPicPr>
        <p:blipFill>
          <a:blip r:embed="rId2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7" t="41068" r="5117" b="33607"/>
          <a:stretch>
            <a:fillRect/>
          </a:stretch>
        </p:blipFill>
        <p:spPr>
          <a:xfrm>
            <a:off x="555476" y="1907161"/>
            <a:ext cx="11012637" cy="436663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17894-3339-086B-7710-B9A8D293A7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16769" y="2679231"/>
            <a:ext cx="5437187" cy="2068320"/>
          </a:xfrm>
          <a:prstGeom prst="rect">
            <a:avLst/>
          </a:prstGeom>
        </p:spPr>
        <p:txBody>
          <a:bodyPr/>
          <a:lstStyle>
            <a:lvl1pPr marL="9525" indent="-9525" algn="ctr">
              <a:lnSpc>
                <a:spcPct val="67321"/>
              </a:lnSpc>
              <a:buNone/>
              <a:tabLst/>
              <a:defRPr sz="8000" b="0">
                <a:solidFill>
                  <a:schemeClr val="bg1"/>
                </a:solidFill>
                <a:latin typeface="+mj-lt"/>
              </a:defRPr>
            </a:lvl1pPr>
            <a:lvl2pPr marL="9525" indent="-9525">
              <a:buNone/>
              <a:tabLst/>
              <a:defRPr b="1">
                <a:latin typeface="+mj-lt"/>
              </a:defRPr>
            </a:lvl2pPr>
            <a:lvl3pPr marL="9525" indent="-9525">
              <a:buNone/>
              <a:tabLst/>
              <a:defRPr b="1">
                <a:latin typeface="+mj-lt"/>
              </a:defRPr>
            </a:lvl3pPr>
            <a:lvl4pPr marL="9525" indent="-9525">
              <a:buNone/>
              <a:tabLst/>
              <a:defRPr b="1">
                <a:latin typeface="+mj-lt"/>
              </a:defRPr>
            </a:lvl4pPr>
            <a:lvl5pPr marL="9525" indent="-9525">
              <a:buNone/>
              <a:tabLst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Slide Title</a:t>
            </a:r>
          </a:p>
          <a:p>
            <a:pPr lvl="0"/>
            <a:r>
              <a:rPr lang="en-US" dirty="0"/>
              <a:t>Goes Here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32741F3E-95FD-D7A7-4A42-2F8329ABD0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50867" y="5105897"/>
            <a:ext cx="5568992" cy="692751"/>
          </a:xfrm>
          <a:prstGeom prst="rect">
            <a:avLst/>
          </a:prstGeo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Theme/ Presenter Info</a:t>
            </a:r>
          </a:p>
        </p:txBody>
      </p:sp>
      <p:pic>
        <p:nvPicPr>
          <p:cNvPr id="6" name="Picture 5" descr="A black and red logo&#10;&#10;AI-generated content may be incorrect.">
            <a:extLst>
              <a:ext uri="{FF2B5EF4-FFF2-40B4-BE49-F238E27FC236}">
                <a16:creationId xmlns:a16="http://schemas.microsoft.com/office/drawing/2014/main" id="{F2501EA3-EBC4-2EA6-26A0-F42BD7D59E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635" y="459623"/>
            <a:ext cx="1606729" cy="124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414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1139B6-4FF5-1B8C-E335-7E704BE7E4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D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67321"/>
              </a:lnSpc>
            </a:pPr>
            <a:endParaRPr lang="en-ID" dirty="0"/>
          </a:p>
        </p:txBody>
      </p:sp>
      <p:pic>
        <p:nvPicPr>
          <p:cNvPr id="9" name="Picture 8" descr="A black and white pattern&#10;&#10;AI-generated content may be incorrect.">
            <a:extLst>
              <a:ext uri="{FF2B5EF4-FFF2-40B4-BE49-F238E27FC236}">
                <a16:creationId xmlns:a16="http://schemas.microsoft.com/office/drawing/2014/main" id="{87228C34-794D-46B0-71D2-6C5C7292C0F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14" b="30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677EF-DF4A-C685-7644-4C3CF20328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3" y="2394840"/>
            <a:ext cx="5437187" cy="2068320"/>
          </a:xfrm>
          <a:prstGeom prst="rect">
            <a:avLst/>
          </a:prstGeom>
        </p:spPr>
        <p:txBody>
          <a:bodyPr/>
          <a:lstStyle>
            <a:lvl1pPr marL="9525" indent="-9525">
              <a:lnSpc>
                <a:spcPct val="67321"/>
              </a:lnSpc>
              <a:buNone/>
              <a:tabLst/>
              <a:defRPr sz="8000" b="0">
                <a:latin typeface="+mj-lt"/>
              </a:defRPr>
            </a:lvl1pPr>
            <a:lvl2pPr marL="9525" indent="-9525">
              <a:buNone/>
              <a:tabLst/>
              <a:defRPr b="1">
                <a:latin typeface="+mj-lt"/>
              </a:defRPr>
            </a:lvl2pPr>
            <a:lvl3pPr marL="9525" indent="-9525">
              <a:buNone/>
              <a:tabLst/>
              <a:defRPr b="1">
                <a:latin typeface="+mj-lt"/>
              </a:defRPr>
            </a:lvl3pPr>
            <a:lvl4pPr marL="9525" indent="-9525">
              <a:buNone/>
              <a:tabLst/>
              <a:defRPr b="1">
                <a:latin typeface="+mj-lt"/>
              </a:defRPr>
            </a:lvl4pPr>
            <a:lvl5pPr marL="9525" indent="-9525">
              <a:buNone/>
              <a:tabLst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Slide Title</a:t>
            </a:r>
          </a:p>
          <a:p>
            <a:pPr lvl="0"/>
            <a:r>
              <a:rPr lang="en-US" dirty="0"/>
              <a:t>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E6E4B6-B775-E8D8-94EE-65602BEF15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4" y="4821506"/>
            <a:ext cx="5568992" cy="692751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Theme/ Presenter Info</a:t>
            </a:r>
          </a:p>
        </p:txBody>
      </p:sp>
      <p:pic>
        <p:nvPicPr>
          <p:cNvPr id="8" name="Picture 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10E0074E-DA18-1830-813E-291C34E98B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3" y="584200"/>
            <a:ext cx="2235200" cy="85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5043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78969DAC-0D21-EDE9-CBCE-7E6C4B1911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677" y="404813"/>
            <a:ext cx="2059421" cy="78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682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Heav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BD4026-C919-EE4A-191D-43A1B42744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2517569"/>
            <a:ext cx="12206820" cy="4340431"/>
          </a:xfrm>
          <a:prstGeom prst="rect">
            <a:avLst/>
          </a:prstGeom>
          <a:solidFill>
            <a:srgbClr val="9D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 descr="A black and white pattern&#10;&#10;AI-generated content may be incorrect.">
            <a:extLst>
              <a:ext uri="{FF2B5EF4-FFF2-40B4-BE49-F238E27FC236}">
                <a16:creationId xmlns:a16="http://schemas.microsoft.com/office/drawing/2014/main" id="{9028FEE1-ABC9-8095-77AD-F391D77E5D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714" b="30113"/>
          <a:stretch>
            <a:fillRect/>
          </a:stretch>
        </p:blipFill>
        <p:spPr>
          <a:xfrm>
            <a:off x="0" y="2517569"/>
            <a:ext cx="12192000" cy="434043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E4F260-1F04-8DE7-528C-0B56CC44FA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3" y="3028208"/>
            <a:ext cx="10909300" cy="3245592"/>
          </a:xfrm>
          <a:prstGeom prst="rect">
            <a:avLst/>
          </a:prstGeom>
        </p:spPr>
        <p:txBody>
          <a:bodyPr/>
          <a:lstStyle>
            <a:lvl1pPr marL="11113" indent="-11113">
              <a:buNone/>
              <a:tabLst/>
              <a:defRPr sz="2400">
                <a:solidFill>
                  <a:schemeClr val="bg1"/>
                </a:solidFill>
              </a:defRPr>
            </a:lvl1pPr>
            <a:lvl2pPr marL="11113" indent="-11113">
              <a:buNone/>
              <a:tabLst/>
              <a:defRPr/>
            </a:lvl2pPr>
            <a:lvl3pPr marL="11113" indent="-11113">
              <a:buNone/>
              <a:tabLst/>
              <a:defRPr/>
            </a:lvl3pPr>
            <a:lvl4pPr marL="11113" indent="-11113">
              <a:buNone/>
              <a:tabLst/>
              <a:defRPr/>
            </a:lvl4pPr>
            <a:lvl5pPr marL="11113" indent="-11113">
              <a:buNone/>
              <a:tabLst/>
              <a:defRPr/>
            </a:lvl5pPr>
          </a:lstStyle>
          <a:p>
            <a:pPr lvl="0"/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Nunc viverra imperdiet enim. Fusce est. Vivamus a </a:t>
            </a:r>
            <a:r>
              <a:rPr lang="en-US" dirty="0" err="1"/>
              <a:t>tellus</a:t>
            </a:r>
            <a:r>
              <a:rPr lang="en-US" dirty="0"/>
              <a:t>.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60F4A7A-8490-1FF4-8B90-AF2146B92E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4" y="584200"/>
            <a:ext cx="5173576" cy="1470231"/>
          </a:xfrm>
          <a:prstGeom prst="rect">
            <a:avLst/>
          </a:prstGeom>
        </p:spPr>
        <p:txBody>
          <a:bodyPr/>
          <a:lstStyle>
            <a:lvl1pPr marL="11113" indent="-11113">
              <a:lnSpc>
                <a:spcPct val="79821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4800" b="0" spc="0">
                <a:solidFill>
                  <a:schemeClr val="tx1"/>
                </a:solidFill>
                <a:latin typeface="+mj-lt"/>
              </a:defRPr>
            </a:lvl1pPr>
            <a:lvl2pPr marL="9525" indent="-9525">
              <a:buNone/>
              <a:tabLst/>
              <a:defRPr b="1">
                <a:latin typeface="+mj-lt"/>
              </a:defRPr>
            </a:lvl2pPr>
            <a:lvl3pPr marL="9525" indent="-9525">
              <a:buNone/>
              <a:tabLst/>
              <a:defRPr b="1">
                <a:latin typeface="+mj-lt"/>
              </a:defRPr>
            </a:lvl3pPr>
            <a:lvl4pPr marL="9525" indent="-9525">
              <a:buNone/>
              <a:tabLst/>
              <a:defRPr b="1">
                <a:latin typeface="+mj-lt"/>
              </a:defRPr>
            </a:lvl4pPr>
            <a:lvl5pPr marL="9525" indent="-9525">
              <a:buNone/>
              <a:tabLst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Page Title</a:t>
            </a:r>
          </a:p>
          <a:p>
            <a:pPr lvl="0"/>
            <a:r>
              <a:rPr lang="en-US" dirty="0"/>
              <a:t>Goes Here</a:t>
            </a:r>
          </a:p>
        </p:txBody>
      </p:sp>
      <p:pic>
        <p:nvPicPr>
          <p:cNvPr id="10" name="Picture 9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855E07E4-9DDC-F76E-3389-EFCF19E96E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677" y="404813"/>
            <a:ext cx="2059421" cy="78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05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Heav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C83AB5-C268-C3D0-9F45-4FADD8B004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9D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2" name="Picture 11" descr="A black and white pattern&#10;&#10;AI-generated content may be incorrect.">
            <a:extLst>
              <a:ext uri="{FF2B5EF4-FFF2-40B4-BE49-F238E27FC236}">
                <a16:creationId xmlns:a16="http://schemas.microsoft.com/office/drawing/2014/main" id="{DC042103-2B8E-5889-7EEE-135E13DB4E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14" r="50000" b="3011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104EAA-9BB3-1CC5-FA05-1C2C5EF457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3163" y="1536700"/>
            <a:ext cx="5314950" cy="4737100"/>
          </a:xfrm>
          <a:prstGeom prst="rect">
            <a:avLst/>
          </a:prstGeom>
        </p:spPr>
        <p:txBody>
          <a:bodyPr/>
          <a:lstStyle>
            <a:lvl1pPr marL="11113" indent="-11113">
              <a:buFont typeface="Arial" panose="020B0604020202020204" pitchFamily="34" charset="0"/>
              <a:buNone/>
              <a:tabLst/>
              <a:defRPr sz="2400"/>
            </a:lvl1pPr>
            <a:lvl2pPr marL="11113" indent="-11113">
              <a:buFont typeface="Arial" panose="020B0604020202020204" pitchFamily="34" charset="0"/>
              <a:buNone/>
              <a:tabLst/>
              <a:defRPr/>
            </a:lvl2pPr>
            <a:lvl3pPr marL="11113" indent="-11113">
              <a:buFont typeface="Arial" panose="020B0604020202020204" pitchFamily="34" charset="0"/>
              <a:buNone/>
              <a:tabLst/>
              <a:defRPr/>
            </a:lvl3pPr>
            <a:lvl4pPr marL="11113" indent="-11113">
              <a:buFont typeface="Arial" panose="020B0604020202020204" pitchFamily="34" charset="0"/>
              <a:buNone/>
              <a:tabLst/>
              <a:defRPr/>
            </a:lvl4pPr>
            <a:lvl5pPr marL="11113" indent="-11113">
              <a:buFont typeface="Arial" panose="020B0604020202020204" pitchFamily="34" charset="0"/>
              <a:buNone/>
              <a:tabLst/>
              <a:defRPr/>
            </a:lvl5pPr>
          </a:lstStyle>
          <a:p>
            <a:pPr lvl="0"/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 Nunc viverra imperdiet enim. Fusce est. Vivamus a tellus.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Pellentesque habitant morbi tristique senectus et netus et malesuada fames ac turpis egestas. Proin pharetra </a:t>
            </a:r>
            <a:r>
              <a:rPr lang="en-US" dirty="0" err="1"/>
              <a:t>nonumm</a:t>
            </a:r>
            <a:r>
              <a:rPr lang="en-US" dirty="0"/>
              <a:t>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CA464A3-B29B-71D2-D6BC-1CDBA27E4B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4" y="2693884"/>
            <a:ext cx="5173576" cy="1470231"/>
          </a:xfrm>
          <a:prstGeom prst="rect">
            <a:avLst/>
          </a:prstGeom>
        </p:spPr>
        <p:txBody>
          <a:bodyPr/>
          <a:lstStyle>
            <a:lvl1pPr marL="11113" indent="-11113">
              <a:lnSpc>
                <a:spcPct val="79821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4800" b="0" spc="0">
                <a:solidFill>
                  <a:schemeClr val="bg1"/>
                </a:solidFill>
                <a:latin typeface="+mj-lt"/>
              </a:defRPr>
            </a:lvl1pPr>
            <a:lvl2pPr marL="9525" indent="-9525">
              <a:buNone/>
              <a:tabLst/>
              <a:defRPr b="1">
                <a:latin typeface="+mj-lt"/>
              </a:defRPr>
            </a:lvl2pPr>
            <a:lvl3pPr marL="9525" indent="-9525">
              <a:buNone/>
              <a:tabLst/>
              <a:defRPr b="1">
                <a:latin typeface="+mj-lt"/>
              </a:defRPr>
            </a:lvl3pPr>
            <a:lvl4pPr marL="9525" indent="-9525">
              <a:buNone/>
              <a:tabLst/>
              <a:defRPr b="1">
                <a:latin typeface="+mj-lt"/>
              </a:defRPr>
            </a:lvl4pPr>
            <a:lvl5pPr marL="9525" indent="-9525">
              <a:buNone/>
              <a:tabLst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Page Title</a:t>
            </a:r>
          </a:p>
          <a:p>
            <a:pPr lvl="0"/>
            <a:r>
              <a:rPr lang="en-US" dirty="0"/>
              <a:t>Goes Here</a:t>
            </a:r>
          </a:p>
        </p:txBody>
      </p:sp>
      <p:pic>
        <p:nvPicPr>
          <p:cNvPr id="13" name="Picture 12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4F1BB5F5-CD4A-4BB0-E5DE-5B9BF911BB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677" y="404813"/>
            <a:ext cx="2059421" cy="78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165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0CD5A32-1DD9-9F1F-05C0-62028B8E6AE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0"/>
            <a:ext cx="8542944" cy="6858000"/>
            <a:chOff x="-1881188" y="0"/>
            <a:chExt cx="8542944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1E196AE-C545-48EB-65BB-7F435BB2836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881188" y="0"/>
              <a:ext cx="7977188" cy="6858000"/>
            </a:xfrm>
            <a:prstGeom prst="rect">
              <a:avLst/>
            </a:prstGeom>
            <a:solidFill>
              <a:srgbClr val="9D44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D961646-C8EB-A2AB-D03E-3C196062442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2700000">
              <a:off x="5530244" y="2863244"/>
              <a:ext cx="1131512" cy="11315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pic>
        <p:nvPicPr>
          <p:cNvPr id="9" name="Picture 8" descr="A black and white pattern&#10;&#10;AI-generated content may be incorrect.">
            <a:extLst>
              <a:ext uri="{FF2B5EF4-FFF2-40B4-BE49-F238E27FC236}">
                <a16:creationId xmlns:a16="http://schemas.microsoft.com/office/drawing/2014/main" id="{A2DABCA7-E86F-CA3E-2DBE-230D0EBC59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14" r="34570" b="30111"/>
          <a:stretch>
            <a:fillRect/>
          </a:stretch>
        </p:blipFill>
        <p:spPr>
          <a:xfrm>
            <a:off x="0" y="0"/>
            <a:ext cx="7977188" cy="6858000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0D34FD8-31A6-AED1-1EE1-5B86A69410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2028" y="1801340"/>
            <a:ext cx="3063832" cy="3839519"/>
          </a:xfrm>
          <a:prstGeom prst="rect">
            <a:avLst/>
          </a:prstGeom>
        </p:spPr>
        <p:txBody>
          <a:bodyPr/>
          <a:lstStyle>
            <a:lvl1pPr marL="11113" indent="-11113">
              <a:buFont typeface="Arial" panose="020B0604020202020204" pitchFamily="34" charset="0"/>
              <a:buNone/>
              <a:tabLst/>
              <a:defRPr sz="2400"/>
            </a:lvl1pPr>
            <a:lvl2pPr marL="11113" indent="-11113">
              <a:buFont typeface="Arial" panose="020B0604020202020204" pitchFamily="34" charset="0"/>
              <a:buNone/>
              <a:tabLst/>
              <a:defRPr/>
            </a:lvl2pPr>
            <a:lvl3pPr marL="11113" indent="-11113">
              <a:buFont typeface="Arial" panose="020B0604020202020204" pitchFamily="34" charset="0"/>
              <a:buNone/>
              <a:tabLst/>
              <a:defRPr/>
            </a:lvl3pPr>
            <a:lvl4pPr marL="11113" indent="-11113">
              <a:buFont typeface="Arial" panose="020B0604020202020204" pitchFamily="34" charset="0"/>
              <a:buNone/>
              <a:tabLst/>
              <a:defRPr/>
            </a:lvl4pPr>
            <a:lvl5pPr marL="11113" indent="-11113">
              <a:buFont typeface="Arial" panose="020B0604020202020204" pitchFamily="34" charset="0"/>
              <a:buNone/>
              <a:tabLst/>
              <a:defRPr/>
            </a:lvl5pPr>
          </a:lstStyle>
          <a:p>
            <a:pPr lvl="0"/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3BD8136-34B5-7256-4633-D42AA01DC5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4" y="2758869"/>
            <a:ext cx="5173576" cy="1470231"/>
          </a:xfrm>
          <a:prstGeom prst="rect">
            <a:avLst/>
          </a:prstGeom>
        </p:spPr>
        <p:txBody>
          <a:bodyPr/>
          <a:lstStyle>
            <a:lvl1pPr marL="11113" indent="-11113">
              <a:lnSpc>
                <a:spcPct val="79821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4800" b="0" spc="0">
                <a:solidFill>
                  <a:schemeClr val="bg1"/>
                </a:solidFill>
                <a:latin typeface="+mj-lt"/>
              </a:defRPr>
            </a:lvl1pPr>
            <a:lvl2pPr marL="9525" indent="-9525">
              <a:buNone/>
              <a:tabLst/>
              <a:defRPr b="1">
                <a:latin typeface="+mj-lt"/>
              </a:defRPr>
            </a:lvl2pPr>
            <a:lvl3pPr marL="9525" indent="-9525">
              <a:buNone/>
              <a:tabLst/>
              <a:defRPr b="1">
                <a:latin typeface="+mj-lt"/>
              </a:defRPr>
            </a:lvl3pPr>
            <a:lvl4pPr marL="9525" indent="-9525">
              <a:buNone/>
              <a:tabLst/>
              <a:defRPr b="1">
                <a:latin typeface="+mj-lt"/>
              </a:defRPr>
            </a:lvl4pPr>
            <a:lvl5pPr marL="9525" indent="-9525">
              <a:buNone/>
              <a:tabLst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Page Title</a:t>
            </a:r>
          </a:p>
          <a:p>
            <a:pPr lvl="0"/>
            <a:r>
              <a:rPr lang="en-US" dirty="0"/>
              <a:t>Goes Here</a:t>
            </a:r>
          </a:p>
        </p:txBody>
      </p:sp>
      <p:pic>
        <p:nvPicPr>
          <p:cNvPr id="10" name="Picture 9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5736BFB4-E079-77CD-4EB8-2CBE3C0943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677" y="404813"/>
            <a:ext cx="2059421" cy="78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70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Heavy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1139B6-4FF5-1B8C-E335-7E704BE7E46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D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pic>
        <p:nvPicPr>
          <p:cNvPr id="10" name="Picture 9" descr="A black and white pattern&#10;&#10;AI-generated content may be incorrect.">
            <a:extLst>
              <a:ext uri="{FF2B5EF4-FFF2-40B4-BE49-F238E27FC236}">
                <a16:creationId xmlns:a16="http://schemas.microsoft.com/office/drawing/2014/main" id="{63313BFF-E328-5EFC-04CC-CDBFFC030F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14" b="30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C2CBAEF-2698-DE72-B8C5-FE34EFB2D537}"/>
              </a:ext>
            </a:extLst>
          </p:cNvPr>
          <p:cNvSpPr/>
          <p:nvPr userDrawn="1"/>
        </p:nvSpPr>
        <p:spPr>
          <a:xfrm>
            <a:off x="6096000" y="1895955"/>
            <a:ext cx="5472113" cy="437784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69233-E687-61C1-3DB0-09DFCED15E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8813" y="2434443"/>
            <a:ext cx="5235575" cy="3839358"/>
          </a:xfrm>
          <a:prstGeom prst="rect">
            <a:avLst/>
          </a:prstGeom>
        </p:spPr>
        <p:txBody>
          <a:bodyPr/>
          <a:lstStyle>
            <a:lvl1pPr marL="11113" indent="-11113">
              <a:buNone/>
              <a:tabLst/>
              <a:defRPr/>
            </a:lvl1pPr>
            <a:lvl2pPr marL="11113" indent="-11113">
              <a:buNone/>
              <a:tabLst/>
              <a:defRPr/>
            </a:lvl2pPr>
            <a:lvl3pPr marL="11113" indent="-11113">
              <a:buNone/>
              <a:tabLst/>
              <a:defRPr/>
            </a:lvl3pPr>
            <a:lvl4pPr marL="11113" indent="-11113">
              <a:buNone/>
              <a:tabLst/>
              <a:defRPr/>
            </a:lvl4pPr>
            <a:lvl5pPr marL="11113" indent="-11113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E5F0FF-8F91-EACB-9103-DE2B6EA377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00800" y="2019882"/>
            <a:ext cx="4905375" cy="3962796"/>
          </a:xfrm>
          <a:prstGeom prst="rect">
            <a:avLst/>
          </a:prstGeom>
        </p:spPr>
        <p:txBody>
          <a:bodyPr/>
          <a:lstStyle>
            <a:lvl1pPr marL="233363" indent="-233363">
              <a:tabLst/>
              <a:defRPr>
                <a:solidFill>
                  <a:schemeClr val="bg1"/>
                </a:solidFill>
              </a:defRPr>
            </a:lvl1pPr>
            <a:lvl2pPr marL="233363" indent="-233363">
              <a:tabLst/>
              <a:defRPr>
                <a:solidFill>
                  <a:schemeClr val="bg1"/>
                </a:solidFill>
              </a:defRPr>
            </a:lvl2pPr>
            <a:lvl3pPr marL="233363" indent="-233363">
              <a:tabLst/>
              <a:defRPr>
                <a:solidFill>
                  <a:schemeClr val="bg1"/>
                </a:solidFill>
              </a:defRPr>
            </a:lvl3pPr>
            <a:lvl4pPr marL="233363" indent="-233363">
              <a:tabLst/>
              <a:defRPr>
                <a:solidFill>
                  <a:schemeClr val="bg1"/>
                </a:solidFill>
              </a:defRPr>
            </a:lvl4pPr>
            <a:lvl5pPr marL="233363" indent="-233363"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EA3524F-8DF7-B839-9217-2322533905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4" y="584200"/>
            <a:ext cx="5173576" cy="1470231"/>
          </a:xfrm>
          <a:prstGeom prst="rect">
            <a:avLst/>
          </a:prstGeom>
        </p:spPr>
        <p:txBody>
          <a:bodyPr/>
          <a:lstStyle>
            <a:lvl1pPr marL="11113" indent="-11113">
              <a:lnSpc>
                <a:spcPct val="79821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4800" b="0" spc="0">
                <a:solidFill>
                  <a:schemeClr val="tx1"/>
                </a:solidFill>
                <a:latin typeface="+mj-lt"/>
              </a:defRPr>
            </a:lvl1pPr>
            <a:lvl2pPr marL="9525" indent="-9525">
              <a:buNone/>
              <a:tabLst/>
              <a:defRPr b="1">
                <a:latin typeface="+mj-lt"/>
              </a:defRPr>
            </a:lvl2pPr>
            <a:lvl3pPr marL="9525" indent="-9525">
              <a:buNone/>
              <a:tabLst/>
              <a:defRPr b="1">
                <a:latin typeface="+mj-lt"/>
              </a:defRPr>
            </a:lvl3pPr>
            <a:lvl4pPr marL="9525" indent="-9525">
              <a:buNone/>
              <a:tabLst/>
              <a:defRPr b="1">
                <a:latin typeface="+mj-lt"/>
              </a:defRPr>
            </a:lvl4pPr>
            <a:lvl5pPr marL="9525" indent="-9525">
              <a:buNone/>
              <a:tabLst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Page Title</a:t>
            </a:r>
          </a:p>
          <a:p>
            <a:pPr lvl="0"/>
            <a:r>
              <a:rPr lang="en-US" dirty="0"/>
              <a:t>Goes Here</a:t>
            </a:r>
          </a:p>
        </p:txBody>
      </p:sp>
      <p:pic>
        <p:nvPicPr>
          <p:cNvPr id="13" name="Picture 1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211ABDBD-2A42-3166-D520-C668F620813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3888" y="412185"/>
            <a:ext cx="2144712" cy="82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95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1139B6-4FF5-1B8C-E335-7E704BE7E46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D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pic>
        <p:nvPicPr>
          <p:cNvPr id="10" name="Picture 9" descr="A black and white pattern&#10;&#10;AI-generated content may be incorrect.">
            <a:extLst>
              <a:ext uri="{FF2B5EF4-FFF2-40B4-BE49-F238E27FC236}">
                <a16:creationId xmlns:a16="http://schemas.microsoft.com/office/drawing/2014/main" id="{42B98892-3637-C0C4-F6E9-1BC2F7A614A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14" b="30111"/>
          <a:stretch>
            <a:fillRect/>
          </a:stretch>
        </p:blipFill>
        <p:spPr>
          <a:xfrm>
            <a:off x="0" y="-635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C2CBAEF-2698-DE72-B8C5-FE34EFB2D537}"/>
              </a:ext>
            </a:extLst>
          </p:cNvPr>
          <p:cNvSpPr/>
          <p:nvPr userDrawn="1"/>
        </p:nvSpPr>
        <p:spPr>
          <a:xfrm>
            <a:off x="6491204" y="1741584"/>
            <a:ext cx="5076909" cy="45322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69233-E687-61C1-3DB0-09DFCED15E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8813" y="2470069"/>
            <a:ext cx="5235575" cy="3803732"/>
          </a:xfrm>
          <a:prstGeom prst="rect">
            <a:avLst/>
          </a:prstGeom>
        </p:spPr>
        <p:txBody>
          <a:bodyPr/>
          <a:lstStyle>
            <a:lvl1pPr marL="11113" indent="-11113">
              <a:buNone/>
              <a:tabLst/>
              <a:defRPr/>
            </a:lvl1pPr>
            <a:lvl2pPr marL="11113" indent="-11113">
              <a:buNone/>
              <a:tabLst/>
              <a:defRPr/>
            </a:lvl2pPr>
            <a:lvl3pPr marL="11113" indent="-11113">
              <a:buNone/>
              <a:tabLst/>
              <a:defRPr/>
            </a:lvl3pPr>
            <a:lvl4pPr marL="11113" indent="-11113">
              <a:buNone/>
              <a:tabLst/>
              <a:defRPr/>
            </a:lvl4pPr>
            <a:lvl5pPr marL="11113" indent="-11113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49956EF-E86E-049A-F201-6004B6AA99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53231" y="1879600"/>
            <a:ext cx="4738670" cy="42751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2C5F2F8-125F-8237-6491-4D00E5B8FC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4" y="584200"/>
            <a:ext cx="5173576" cy="1470231"/>
          </a:xfrm>
          <a:prstGeom prst="rect">
            <a:avLst/>
          </a:prstGeom>
        </p:spPr>
        <p:txBody>
          <a:bodyPr/>
          <a:lstStyle>
            <a:lvl1pPr marL="11113" indent="-11113">
              <a:lnSpc>
                <a:spcPct val="79821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4800" b="0" spc="0">
                <a:solidFill>
                  <a:schemeClr val="tx1"/>
                </a:solidFill>
                <a:latin typeface="+mj-lt"/>
              </a:defRPr>
            </a:lvl1pPr>
            <a:lvl2pPr marL="9525" indent="-9525">
              <a:buNone/>
              <a:tabLst/>
              <a:defRPr b="1">
                <a:latin typeface="+mj-lt"/>
              </a:defRPr>
            </a:lvl2pPr>
            <a:lvl3pPr marL="9525" indent="-9525">
              <a:buNone/>
              <a:tabLst/>
              <a:defRPr b="1">
                <a:latin typeface="+mj-lt"/>
              </a:defRPr>
            </a:lvl3pPr>
            <a:lvl4pPr marL="9525" indent="-9525">
              <a:buNone/>
              <a:tabLst/>
              <a:defRPr b="1">
                <a:latin typeface="+mj-lt"/>
              </a:defRPr>
            </a:lvl4pPr>
            <a:lvl5pPr marL="9525" indent="-9525">
              <a:buNone/>
              <a:tabLst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Page Title</a:t>
            </a:r>
          </a:p>
          <a:p>
            <a:pPr lvl="0"/>
            <a:r>
              <a:rPr lang="en-US" dirty="0"/>
              <a:t>Goes Here</a:t>
            </a:r>
          </a:p>
        </p:txBody>
      </p:sp>
      <p:pic>
        <p:nvPicPr>
          <p:cNvPr id="11" name="Picture 10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AC113E1-4FAB-52AD-97ED-88EA198A7D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3888" y="412185"/>
            <a:ext cx="2144712" cy="82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444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Tri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77B1B8-A6FC-2A3D-42F9-54003F312D55}"/>
              </a:ext>
            </a:extLst>
          </p:cNvPr>
          <p:cNvSpPr/>
          <p:nvPr userDrawn="1"/>
        </p:nvSpPr>
        <p:spPr>
          <a:xfrm>
            <a:off x="623888" y="2452914"/>
            <a:ext cx="3294969" cy="3820886"/>
          </a:xfrm>
          <a:prstGeom prst="rect">
            <a:avLst/>
          </a:prstGeom>
          <a:solidFill>
            <a:srgbClr val="9D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8D37FD-2E9F-5582-B340-666698C29C8C}"/>
              </a:ext>
            </a:extLst>
          </p:cNvPr>
          <p:cNvSpPr/>
          <p:nvPr userDrawn="1"/>
        </p:nvSpPr>
        <p:spPr>
          <a:xfrm>
            <a:off x="4448515" y="2452914"/>
            <a:ext cx="3294969" cy="3820886"/>
          </a:xfrm>
          <a:prstGeom prst="rect">
            <a:avLst/>
          </a:prstGeom>
          <a:solidFill>
            <a:srgbClr val="EFB0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5DAE3B-92F6-766A-C683-DFE154882992}"/>
              </a:ext>
            </a:extLst>
          </p:cNvPr>
          <p:cNvSpPr/>
          <p:nvPr userDrawn="1"/>
        </p:nvSpPr>
        <p:spPr>
          <a:xfrm>
            <a:off x="8273142" y="2452914"/>
            <a:ext cx="3294969" cy="38208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047797D-7096-1217-9706-056455DB29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4" y="584200"/>
            <a:ext cx="5173576" cy="1470231"/>
          </a:xfrm>
          <a:prstGeom prst="rect">
            <a:avLst/>
          </a:prstGeom>
        </p:spPr>
        <p:txBody>
          <a:bodyPr/>
          <a:lstStyle>
            <a:lvl1pPr marL="11113" indent="-11113">
              <a:lnSpc>
                <a:spcPct val="79821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4800" b="0" spc="0">
                <a:solidFill>
                  <a:schemeClr val="tx1"/>
                </a:solidFill>
                <a:latin typeface="+mj-lt"/>
              </a:defRPr>
            </a:lvl1pPr>
            <a:lvl2pPr marL="9525" indent="-9525">
              <a:buNone/>
              <a:tabLst/>
              <a:defRPr b="1">
                <a:latin typeface="+mj-lt"/>
              </a:defRPr>
            </a:lvl2pPr>
            <a:lvl3pPr marL="9525" indent="-9525">
              <a:buNone/>
              <a:tabLst/>
              <a:defRPr b="1">
                <a:latin typeface="+mj-lt"/>
              </a:defRPr>
            </a:lvl3pPr>
            <a:lvl4pPr marL="9525" indent="-9525">
              <a:buNone/>
              <a:tabLst/>
              <a:defRPr b="1">
                <a:latin typeface="+mj-lt"/>
              </a:defRPr>
            </a:lvl4pPr>
            <a:lvl5pPr marL="9525" indent="-9525">
              <a:buNone/>
              <a:tabLst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Page Title</a:t>
            </a:r>
          </a:p>
          <a:p>
            <a:pPr lvl="0"/>
            <a:r>
              <a:rPr lang="en-US" dirty="0"/>
              <a:t>Goes Here</a:t>
            </a:r>
          </a:p>
        </p:txBody>
      </p:sp>
      <p:pic>
        <p:nvPicPr>
          <p:cNvPr id="10" name="Picture 9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C62E6B74-4FA6-E592-4D14-BCC3295F3F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677" y="404813"/>
            <a:ext cx="2059421" cy="78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18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3C07F9-785E-45AC-2B9C-DA447F5D2326}"/>
              </a:ext>
            </a:extLst>
          </p:cNvPr>
          <p:cNvSpPr/>
          <p:nvPr userDrawn="1"/>
        </p:nvSpPr>
        <p:spPr>
          <a:xfrm>
            <a:off x="5705390" y="4351072"/>
            <a:ext cx="6502951" cy="1922728"/>
          </a:xfrm>
          <a:prstGeom prst="rect">
            <a:avLst/>
          </a:prstGeom>
          <a:solidFill>
            <a:srgbClr val="9D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pic>
        <p:nvPicPr>
          <p:cNvPr id="7" name="Picture 6" descr="A black and white pattern&#10;&#10;AI-generated content may be incorrect.">
            <a:extLst>
              <a:ext uri="{FF2B5EF4-FFF2-40B4-BE49-F238E27FC236}">
                <a16:creationId xmlns:a16="http://schemas.microsoft.com/office/drawing/2014/main" id="{9677EAA7-6E13-FBCE-9D68-3E8902788F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62" t="55349" b="33500"/>
          <a:stretch>
            <a:fillRect/>
          </a:stretch>
        </p:blipFill>
        <p:spPr>
          <a:xfrm>
            <a:off x="5689048" y="4351072"/>
            <a:ext cx="6502951" cy="1922728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16A7A9B-8B10-2BA3-9E9F-21264DE48FA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3888" y="584200"/>
            <a:ext cx="4291012" cy="5689600"/>
          </a:xfrm>
          <a:custGeom>
            <a:avLst/>
            <a:gdLst>
              <a:gd name="connsiteX0" fmla="*/ 0 w 2320486"/>
              <a:gd name="connsiteY0" fmla="*/ 0 h 4114800"/>
              <a:gd name="connsiteX1" fmla="*/ 2320486 w 2320486"/>
              <a:gd name="connsiteY1" fmla="*/ 0 h 4114800"/>
              <a:gd name="connsiteX2" fmla="*/ 2320486 w 2320486"/>
              <a:gd name="connsiteY2" fmla="*/ 4114800 h 4114800"/>
              <a:gd name="connsiteX3" fmla="*/ 0 w 2320486"/>
              <a:gd name="connsiteY3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0486" h="4114800">
                <a:moveTo>
                  <a:pt x="0" y="0"/>
                </a:moveTo>
                <a:lnTo>
                  <a:pt x="2320486" y="0"/>
                </a:lnTo>
                <a:lnTo>
                  <a:pt x="2320486" y="4114800"/>
                </a:lnTo>
                <a:lnTo>
                  <a:pt x="0" y="41148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ID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2C764B-2F82-384A-6CBD-89851CAB6C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229650"/>
            <a:ext cx="5173576" cy="1470231"/>
          </a:xfrm>
          <a:prstGeom prst="rect">
            <a:avLst/>
          </a:prstGeom>
        </p:spPr>
        <p:txBody>
          <a:bodyPr/>
          <a:lstStyle>
            <a:lvl1pPr marL="11113" indent="-11113">
              <a:lnSpc>
                <a:spcPct val="79821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4800" b="0" spc="0">
                <a:solidFill>
                  <a:schemeClr val="tx1"/>
                </a:solidFill>
                <a:latin typeface="+mj-lt"/>
              </a:defRPr>
            </a:lvl1pPr>
            <a:lvl2pPr marL="9525" indent="-9525">
              <a:buNone/>
              <a:tabLst/>
              <a:defRPr b="1">
                <a:latin typeface="+mj-lt"/>
              </a:defRPr>
            </a:lvl2pPr>
            <a:lvl3pPr marL="9525" indent="-9525">
              <a:buNone/>
              <a:tabLst/>
              <a:defRPr b="1">
                <a:latin typeface="+mj-lt"/>
              </a:defRPr>
            </a:lvl3pPr>
            <a:lvl4pPr marL="9525" indent="-9525">
              <a:buNone/>
              <a:tabLst/>
              <a:defRPr b="1">
                <a:latin typeface="+mj-lt"/>
              </a:defRPr>
            </a:lvl4pPr>
            <a:lvl5pPr marL="9525" indent="-9525">
              <a:buNone/>
              <a:tabLst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Page Title</a:t>
            </a:r>
          </a:p>
          <a:p>
            <a:pPr lvl="0"/>
            <a:r>
              <a:rPr lang="en-US" dirty="0"/>
              <a:t>Goes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4EF39D-2AAB-1F41-7DE5-BDD8F8A5D6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2925979"/>
            <a:ext cx="5453824" cy="1148471"/>
          </a:xfrm>
          <a:prstGeom prst="rect">
            <a:avLst/>
          </a:prstGeom>
        </p:spPr>
        <p:txBody>
          <a:bodyPr/>
          <a:lstStyle>
            <a:lvl1pPr marL="11113" indent="-11113">
              <a:buFont typeface="Arial" panose="020B0604020202020204" pitchFamily="34" charset="0"/>
              <a:buNone/>
              <a:tabLst/>
              <a:defRPr sz="2400"/>
            </a:lvl1pPr>
            <a:lvl2pPr marL="11113" indent="-11113">
              <a:buFont typeface="Arial" panose="020B0604020202020204" pitchFamily="34" charset="0"/>
              <a:buNone/>
              <a:tabLst/>
              <a:defRPr/>
            </a:lvl2pPr>
            <a:lvl3pPr marL="11113" indent="-11113">
              <a:buFont typeface="Arial" panose="020B0604020202020204" pitchFamily="34" charset="0"/>
              <a:buNone/>
              <a:tabLst/>
              <a:defRPr/>
            </a:lvl3pPr>
            <a:lvl4pPr marL="11113" indent="-11113">
              <a:buFont typeface="Arial" panose="020B0604020202020204" pitchFamily="34" charset="0"/>
              <a:buNone/>
              <a:tabLst/>
              <a:defRPr/>
            </a:lvl4pPr>
            <a:lvl5pPr marL="11113" indent="-11113">
              <a:buFont typeface="Arial" panose="020B0604020202020204" pitchFamily="34" charset="0"/>
              <a:buNone/>
              <a:tabLst/>
              <a:defRPr/>
            </a:lvl5pPr>
          </a:lstStyle>
          <a:p>
            <a:pPr lvl="0"/>
            <a:r>
              <a:rPr lang="en-US" dirty="0"/>
              <a:t>Lorem ipsum dolor sit amet, consectetuer adipiscing elit. Maecenas porttitor congue </a:t>
            </a:r>
            <a:r>
              <a:rPr lang="en-US" dirty="0" err="1"/>
              <a:t>massa</a:t>
            </a:r>
            <a:r>
              <a:rPr lang="en-US" dirty="0"/>
              <a:t>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C66493D-835D-B6E8-198D-CF8EB522EE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4612025"/>
            <a:ext cx="5453824" cy="1400822"/>
          </a:xfrm>
          <a:prstGeom prst="rect">
            <a:avLst/>
          </a:prstGeom>
        </p:spPr>
        <p:txBody>
          <a:bodyPr/>
          <a:lstStyle>
            <a:lvl1pPr marL="11113" indent="-11113"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11113" indent="-11113">
              <a:buFont typeface="Arial" panose="020B0604020202020204" pitchFamily="34" charset="0"/>
              <a:buNone/>
              <a:tabLst/>
              <a:defRPr/>
            </a:lvl2pPr>
            <a:lvl3pPr marL="11113" indent="-11113">
              <a:buFont typeface="Arial" panose="020B0604020202020204" pitchFamily="34" charset="0"/>
              <a:buNone/>
              <a:tabLst/>
              <a:defRPr/>
            </a:lvl3pPr>
            <a:lvl4pPr marL="11113" indent="-11113">
              <a:buFont typeface="Arial" panose="020B0604020202020204" pitchFamily="34" charset="0"/>
              <a:buNone/>
              <a:tabLst/>
              <a:defRPr/>
            </a:lvl4pPr>
            <a:lvl5pPr marL="11113" indent="-11113">
              <a:buFont typeface="Arial" panose="020B0604020202020204" pitchFamily="34" charset="0"/>
              <a:buNone/>
              <a:tabLst/>
              <a:defRPr/>
            </a:lvl5pPr>
          </a:lstStyle>
          <a:p>
            <a:pPr lvl="0"/>
            <a:r>
              <a:rPr lang="en-US" dirty="0"/>
              <a:t>Lorem ipsum dolor sit amet, consectetuer adipiscing elit. Maecenas porttitor congue </a:t>
            </a:r>
            <a:r>
              <a:rPr lang="en-US" dirty="0" err="1"/>
              <a:t>massa</a:t>
            </a:r>
            <a:r>
              <a:rPr lang="en-US" dirty="0"/>
              <a:t>.</a:t>
            </a:r>
          </a:p>
        </p:txBody>
      </p:sp>
      <p:pic>
        <p:nvPicPr>
          <p:cNvPr id="8" name="Picture 7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27222CF6-A086-D5C3-24E3-01348E030E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677" y="404813"/>
            <a:ext cx="2059421" cy="78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441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D3E904C-637F-7952-9B99-96C14CA663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81372" y="1295401"/>
            <a:ext cx="4767716" cy="4978400"/>
          </a:xfrm>
          <a:custGeom>
            <a:avLst/>
            <a:gdLst>
              <a:gd name="connsiteX0" fmla="*/ 0 w 7116981"/>
              <a:gd name="connsiteY0" fmla="*/ 0 h 3420241"/>
              <a:gd name="connsiteX1" fmla="*/ 7116981 w 7116981"/>
              <a:gd name="connsiteY1" fmla="*/ 0 h 3420241"/>
              <a:gd name="connsiteX2" fmla="*/ 7116981 w 7116981"/>
              <a:gd name="connsiteY2" fmla="*/ 3420241 h 3420241"/>
              <a:gd name="connsiteX3" fmla="*/ 0 w 7116981"/>
              <a:gd name="connsiteY3" fmla="*/ 3420241 h 342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16981" h="3420241">
                <a:moveTo>
                  <a:pt x="0" y="0"/>
                </a:moveTo>
                <a:lnTo>
                  <a:pt x="7116981" y="0"/>
                </a:lnTo>
                <a:lnTo>
                  <a:pt x="7116981" y="3420241"/>
                </a:lnTo>
                <a:lnTo>
                  <a:pt x="0" y="342024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FDDF79E-D91E-09B4-36AF-2FDB89A641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4" y="584200"/>
            <a:ext cx="5173576" cy="1470231"/>
          </a:xfrm>
          <a:prstGeom prst="rect">
            <a:avLst/>
          </a:prstGeom>
        </p:spPr>
        <p:txBody>
          <a:bodyPr/>
          <a:lstStyle>
            <a:lvl1pPr marL="11113" indent="-11113">
              <a:lnSpc>
                <a:spcPct val="79821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4800" b="0" spc="0">
                <a:solidFill>
                  <a:schemeClr val="tx1"/>
                </a:solidFill>
                <a:latin typeface="+mj-lt"/>
              </a:defRPr>
            </a:lvl1pPr>
            <a:lvl2pPr marL="9525" indent="-9525">
              <a:buNone/>
              <a:tabLst/>
              <a:defRPr b="1">
                <a:latin typeface="+mj-lt"/>
              </a:defRPr>
            </a:lvl2pPr>
            <a:lvl3pPr marL="9525" indent="-9525">
              <a:buNone/>
              <a:tabLst/>
              <a:defRPr b="1">
                <a:latin typeface="+mj-lt"/>
              </a:defRPr>
            </a:lvl3pPr>
            <a:lvl4pPr marL="9525" indent="-9525">
              <a:buNone/>
              <a:tabLst/>
              <a:defRPr b="1">
                <a:latin typeface="+mj-lt"/>
              </a:defRPr>
            </a:lvl4pPr>
            <a:lvl5pPr marL="9525" indent="-9525">
              <a:buNone/>
              <a:tabLst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Page Title</a:t>
            </a:r>
          </a:p>
          <a:p>
            <a:pPr lvl="0"/>
            <a:r>
              <a:rPr lang="en-US" dirty="0"/>
              <a:t>Goes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24C5B075-9DB5-1464-1033-F20C837927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4" y="2731790"/>
            <a:ext cx="5453824" cy="3542009"/>
          </a:xfrm>
          <a:prstGeom prst="rect">
            <a:avLst/>
          </a:prstGeom>
        </p:spPr>
        <p:txBody>
          <a:bodyPr/>
          <a:lstStyle>
            <a:lvl1pPr marL="11113" indent="-11113">
              <a:buFont typeface="Arial" panose="020B0604020202020204" pitchFamily="34" charset="0"/>
              <a:buNone/>
              <a:tabLst/>
              <a:defRPr sz="2400"/>
            </a:lvl1pPr>
            <a:lvl2pPr marL="11113" indent="-11113">
              <a:buFont typeface="Arial" panose="020B0604020202020204" pitchFamily="34" charset="0"/>
              <a:buNone/>
              <a:tabLst/>
              <a:defRPr/>
            </a:lvl2pPr>
            <a:lvl3pPr marL="11113" indent="-11113">
              <a:buFont typeface="Arial" panose="020B0604020202020204" pitchFamily="34" charset="0"/>
              <a:buNone/>
              <a:tabLst/>
              <a:defRPr/>
            </a:lvl3pPr>
            <a:lvl4pPr marL="11113" indent="-11113">
              <a:buFont typeface="Arial" panose="020B0604020202020204" pitchFamily="34" charset="0"/>
              <a:buNone/>
              <a:tabLst/>
              <a:defRPr/>
            </a:lvl4pPr>
            <a:lvl5pPr marL="11113" indent="-11113">
              <a:buFont typeface="Arial" panose="020B0604020202020204" pitchFamily="34" charset="0"/>
              <a:buNone/>
              <a:tabLst/>
              <a:defRPr/>
            </a:lvl5pPr>
          </a:lstStyle>
          <a:p>
            <a:pPr lvl="0"/>
            <a:r>
              <a:rPr lang="en-US" dirty="0"/>
              <a:t>Lorem ipsum dolor sit amet, consectetuer adipiscing elit. Maecenas porttitor congue massa. </a:t>
            </a:r>
          </a:p>
          <a:p>
            <a:pPr lvl="0"/>
            <a:r>
              <a:rPr lang="en-US" dirty="0" err="1"/>
              <a:t>Fusce</a:t>
            </a:r>
            <a:r>
              <a:rPr lang="en-US" dirty="0"/>
              <a:t> posuere, magna sed pulvinar </a:t>
            </a:r>
            <a:r>
              <a:rPr lang="en-US" dirty="0" err="1"/>
              <a:t>ultricies</a:t>
            </a:r>
            <a:r>
              <a:rPr lang="en-US" dirty="0"/>
              <a:t>.</a:t>
            </a:r>
          </a:p>
        </p:txBody>
      </p:sp>
      <p:pic>
        <p:nvPicPr>
          <p:cNvPr id="4" name="Picture 3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DC99B8BC-71F9-59B9-037D-B6E48D72EE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677" y="404813"/>
            <a:ext cx="2059421" cy="78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28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A81E4C-C931-C9D7-0C60-EBA0959EEB4B}"/>
              </a:ext>
            </a:extLst>
          </p:cNvPr>
          <p:cNvSpPr/>
          <p:nvPr userDrawn="1"/>
        </p:nvSpPr>
        <p:spPr>
          <a:xfrm>
            <a:off x="0" y="4781550"/>
            <a:ext cx="12192000" cy="2076450"/>
          </a:xfrm>
          <a:prstGeom prst="rect">
            <a:avLst/>
          </a:prstGeom>
          <a:solidFill>
            <a:srgbClr val="9D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 descr="A black and white pattern&#10;&#10;AI-generated content may be incorrect.">
            <a:extLst>
              <a:ext uri="{FF2B5EF4-FFF2-40B4-BE49-F238E27FC236}">
                <a16:creationId xmlns:a16="http://schemas.microsoft.com/office/drawing/2014/main" id="{606C5F36-9F90-897A-C2B8-6B3D6A28DBD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45" b="30112"/>
          <a:stretch>
            <a:fillRect/>
          </a:stretch>
        </p:blipFill>
        <p:spPr>
          <a:xfrm>
            <a:off x="0" y="4781550"/>
            <a:ext cx="12192000" cy="2076450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373C7B3-6338-0577-D940-9ED941E929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6320" y="3728852"/>
            <a:ext cx="4973430" cy="2497118"/>
          </a:xfrm>
          <a:custGeom>
            <a:avLst/>
            <a:gdLst>
              <a:gd name="connsiteX0" fmla="*/ 0 w 4973430"/>
              <a:gd name="connsiteY0" fmla="*/ 0 h 2222062"/>
              <a:gd name="connsiteX1" fmla="*/ 4973430 w 4973430"/>
              <a:gd name="connsiteY1" fmla="*/ 0 h 2222062"/>
              <a:gd name="connsiteX2" fmla="*/ 4973430 w 4973430"/>
              <a:gd name="connsiteY2" fmla="*/ 2222062 h 2222062"/>
              <a:gd name="connsiteX3" fmla="*/ 0 w 4973430"/>
              <a:gd name="connsiteY3" fmla="*/ 2222062 h 2222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3430" h="2222062">
                <a:moveTo>
                  <a:pt x="0" y="0"/>
                </a:moveTo>
                <a:lnTo>
                  <a:pt x="4973430" y="0"/>
                </a:lnTo>
                <a:lnTo>
                  <a:pt x="4973430" y="2222062"/>
                </a:lnTo>
                <a:lnTo>
                  <a:pt x="0" y="222206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671AB57-D932-326A-24D1-AF08C038DD8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2250" y="3728852"/>
            <a:ext cx="4973430" cy="2497118"/>
          </a:xfrm>
          <a:custGeom>
            <a:avLst/>
            <a:gdLst>
              <a:gd name="connsiteX0" fmla="*/ 0 w 4973430"/>
              <a:gd name="connsiteY0" fmla="*/ 0 h 2222062"/>
              <a:gd name="connsiteX1" fmla="*/ 4973430 w 4973430"/>
              <a:gd name="connsiteY1" fmla="*/ 0 h 2222062"/>
              <a:gd name="connsiteX2" fmla="*/ 4973430 w 4973430"/>
              <a:gd name="connsiteY2" fmla="*/ 2222062 h 2222062"/>
              <a:gd name="connsiteX3" fmla="*/ 0 w 4973430"/>
              <a:gd name="connsiteY3" fmla="*/ 2222062 h 2222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3430" h="2222062">
                <a:moveTo>
                  <a:pt x="0" y="0"/>
                </a:moveTo>
                <a:lnTo>
                  <a:pt x="4973430" y="0"/>
                </a:lnTo>
                <a:lnTo>
                  <a:pt x="4973430" y="2222062"/>
                </a:lnTo>
                <a:lnTo>
                  <a:pt x="0" y="222206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D2A0E-7953-B9B8-EBEA-C1FFCA7F09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584200"/>
            <a:ext cx="5173576" cy="1316223"/>
          </a:xfrm>
          <a:prstGeom prst="rect">
            <a:avLst/>
          </a:prstGeom>
        </p:spPr>
        <p:txBody>
          <a:bodyPr/>
          <a:lstStyle>
            <a:lvl1pPr marL="11113" indent="-11113" algn="l">
              <a:lnSpc>
                <a:spcPct val="63839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4800" b="0" spc="0">
                <a:solidFill>
                  <a:schemeClr val="tx1"/>
                </a:solidFill>
                <a:latin typeface="+mj-lt"/>
              </a:defRPr>
            </a:lvl1pPr>
            <a:lvl2pPr marL="9525" indent="-9525">
              <a:buNone/>
              <a:tabLst/>
              <a:defRPr b="1">
                <a:latin typeface="+mj-lt"/>
              </a:defRPr>
            </a:lvl2pPr>
            <a:lvl3pPr marL="9525" indent="-9525">
              <a:buNone/>
              <a:tabLst/>
              <a:defRPr b="1">
                <a:latin typeface="+mj-lt"/>
              </a:defRPr>
            </a:lvl3pPr>
            <a:lvl4pPr marL="9525" indent="-9525">
              <a:buNone/>
              <a:tabLst/>
              <a:defRPr b="1">
                <a:latin typeface="+mj-lt"/>
              </a:defRPr>
            </a:lvl4pPr>
            <a:lvl5pPr marL="9525" indent="-9525">
              <a:buNone/>
              <a:tabLst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Page Title</a:t>
            </a:r>
          </a:p>
          <a:p>
            <a:pPr lvl="0"/>
            <a:r>
              <a:rPr lang="en-US" dirty="0"/>
              <a:t>Goes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7528BB-FF7D-8F21-725D-F7139A3564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066" y="2431822"/>
            <a:ext cx="3961513" cy="1042597"/>
          </a:xfrm>
          <a:prstGeom prst="rect">
            <a:avLst/>
          </a:prstGeom>
        </p:spPr>
        <p:txBody>
          <a:bodyPr/>
          <a:lstStyle>
            <a:lvl1pPr marL="11113" indent="-11113" algn="l">
              <a:buNone/>
              <a:tabLst/>
              <a:defRPr sz="2000"/>
            </a:lvl1pPr>
            <a:lvl2pPr marL="11113" indent="-11113" algn="l">
              <a:buNone/>
              <a:tabLst/>
              <a:defRPr sz="2000"/>
            </a:lvl2pPr>
            <a:lvl3pPr marL="11113" indent="-11113" algn="l">
              <a:buNone/>
              <a:tabLst/>
              <a:defRPr sz="2000"/>
            </a:lvl3pPr>
            <a:lvl4pPr marL="11113" indent="-11113">
              <a:buNone/>
              <a:tabLst/>
              <a:defRPr sz="2000"/>
            </a:lvl4pPr>
            <a:lvl5pPr marL="11113" indent="-11113">
              <a:buNone/>
              <a:tabLst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F45554B-6E4A-D792-C9D1-832646F094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3874" y="2431822"/>
            <a:ext cx="3961513" cy="1042597"/>
          </a:xfrm>
          <a:prstGeom prst="rect">
            <a:avLst/>
          </a:prstGeom>
        </p:spPr>
        <p:txBody>
          <a:bodyPr/>
          <a:lstStyle>
            <a:lvl1pPr marL="11113" indent="-11113" algn="l">
              <a:buNone/>
              <a:tabLst/>
              <a:defRPr sz="2000"/>
            </a:lvl1pPr>
            <a:lvl2pPr marL="11113" indent="-11113" algn="l">
              <a:buNone/>
              <a:tabLst/>
              <a:defRPr sz="2000"/>
            </a:lvl2pPr>
            <a:lvl3pPr marL="11113" indent="-11113" algn="l">
              <a:buNone/>
              <a:tabLst/>
              <a:defRPr sz="2000"/>
            </a:lvl3pPr>
            <a:lvl4pPr marL="11113" indent="-11113">
              <a:buNone/>
              <a:tabLst/>
              <a:defRPr sz="2000"/>
            </a:lvl4pPr>
            <a:lvl5pPr marL="11113" indent="-11113">
              <a:buNone/>
              <a:tabLst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1" name="Picture 10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1DED4855-727C-049E-1803-AFE6A26A02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677" y="404813"/>
            <a:ext cx="2059421" cy="78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446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1139B6-4FF5-1B8C-E335-7E704BE7E46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D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pic>
        <p:nvPicPr>
          <p:cNvPr id="3" name="Picture 2" descr="A black and white pattern&#10;&#10;AI-generated content may be incorrect.">
            <a:extLst>
              <a:ext uri="{FF2B5EF4-FFF2-40B4-BE49-F238E27FC236}">
                <a16:creationId xmlns:a16="http://schemas.microsoft.com/office/drawing/2014/main" id="{256A37A5-1338-4471-BB40-EF72B02779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14" b="30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BFA9454-7781-47DC-39BF-17782523E2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09212" y="2923289"/>
            <a:ext cx="5173576" cy="1316223"/>
          </a:xfrm>
          <a:prstGeom prst="rect">
            <a:avLst/>
          </a:prstGeom>
        </p:spPr>
        <p:txBody>
          <a:bodyPr/>
          <a:lstStyle>
            <a:lvl1pPr marL="11113" indent="-11113" algn="ctr">
              <a:lnSpc>
                <a:spcPct val="63839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4800" b="0" spc="0">
                <a:solidFill>
                  <a:schemeClr val="tx1"/>
                </a:solidFill>
                <a:latin typeface="+mj-lt"/>
              </a:defRPr>
            </a:lvl1pPr>
            <a:lvl2pPr marL="9525" indent="-9525">
              <a:buNone/>
              <a:tabLst/>
              <a:defRPr b="1">
                <a:latin typeface="+mj-lt"/>
              </a:defRPr>
            </a:lvl2pPr>
            <a:lvl3pPr marL="9525" indent="-9525">
              <a:buNone/>
              <a:tabLst/>
              <a:defRPr b="1">
                <a:latin typeface="+mj-lt"/>
              </a:defRPr>
            </a:lvl3pPr>
            <a:lvl4pPr marL="9525" indent="-9525">
              <a:buNone/>
              <a:tabLst/>
              <a:defRPr b="1">
                <a:latin typeface="+mj-lt"/>
              </a:defRPr>
            </a:lvl4pPr>
            <a:lvl5pPr marL="9525" indent="-9525">
              <a:buNone/>
              <a:tabLst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Page Title</a:t>
            </a:r>
          </a:p>
          <a:p>
            <a:pPr lvl="0"/>
            <a:r>
              <a:rPr lang="en-US" dirty="0"/>
              <a:t>Goes Here</a:t>
            </a:r>
          </a:p>
        </p:txBody>
      </p:sp>
      <p:pic>
        <p:nvPicPr>
          <p:cNvPr id="8" name="Picture 7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3558FE0A-1DC9-116F-F55C-48DD9F7DE8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225" y="584200"/>
            <a:ext cx="1733550" cy="134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9836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1A0A2A-6DE8-48D1-5401-BC21F78C7E4B}"/>
              </a:ext>
            </a:extLst>
          </p:cNvPr>
          <p:cNvSpPr/>
          <p:nvPr userDrawn="1"/>
        </p:nvSpPr>
        <p:spPr>
          <a:xfrm>
            <a:off x="1" y="0"/>
            <a:ext cx="4303986" cy="6858000"/>
          </a:xfrm>
          <a:prstGeom prst="rect">
            <a:avLst/>
          </a:prstGeom>
          <a:solidFill>
            <a:srgbClr val="9D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 descr="A black and white pattern&#10;&#10;AI-generated content may be incorrect.">
            <a:extLst>
              <a:ext uri="{FF2B5EF4-FFF2-40B4-BE49-F238E27FC236}">
                <a16:creationId xmlns:a16="http://schemas.microsoft.com/office/drawing/2014/main" id="{3C8B61AB-F598-F19E-5CEE-65863C6BA3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14" r="64698" b="30111"/>
          <a:stretch>
            <a:fillRect/>
          </a:stretch>
        </p:blipFill>
        <p:spPr>
          <a:xfrm>
            <a:off x="0" y="0"/>
            <a:ext cx="4303986" cy="6858000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257A442-AFB1-A9DD-F589-D9FFF04A24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3888" y="584200"/>
            <a:ext cx="4578733" cy="5548586"/>
          </a:xfrm>
          <a:custGeom>
            <a:avLst/>
            <a:gdLst>
              <a:gd name="connsiteX0" fmla="*/ 0 w 4578733"/>
              <a:gd name="connsiteY0" fmla="*/ 0 h 5548586"/>
              <a:gd name="connsiteX1" fmla="*/ 4578733 w 4578733"/>
              <a:gd name="connsiteY1" fmla="*/ 0 h 5548586"/>
              <a:gd name="connsiteX2" fmla="*/ 4578733 w 4578733"/>
              <a:gd name="connsiteY2" fmla="*/ 5548586 h 5548586"/>
              <a:gd name="connsiteX3" fmla="*/ 0 w 4578733"/>
              <a:gd name="connsiteY3" fmla="*/ 5548586 h 5548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8733" h="5548586">
                <a:moveTo>
                  <a:pt x="0" y="0"/>
                </a:moveTo>
                <a:lnTo>
                  <a:pt x="4578733" y="0"/>
                </a:lnTo>
                <a:lnTo>
                  <a:pt x="4578733" y="5548586"/>
                </a:lnTo>
                <a:lnTo>
                  <a:pt x="0" y="554858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24049-BB0D-701F-E4E1-296A28EA25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4289" y="1508422"/>
            <a:ext cx="5173576" cy="1470231"/>
          </a:xfrm>
          <a:prstGeom prst="rect">
            <a:avLst/>
          </a:prstGeom>
        </p:spPr>
        <p:txBody>
          <a:bodyPr/>
          <a:lstStyle>
            <a:lvl1pPr marL="11113" indent="-11113">
              <a:lnSpc>
                <a:spcPct val="79821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4800" b="0" spc="0">
                <a:solidFill>
                  <a:schemeClr val="tx1"/>
                </a:solidFill>
                <a:latin typeface="+mj-lt"/>
              </a:defRPr>
            </a:lvl1pPr>
            <a:lvl2pPr marL="9525" indent="-9525">
              <a:buNone/>
              <a:tabLst/>
              <a:defRPr b="1">
                <a:latin typeface="+mj-lt"/>
              </a:defRPr>
            </a:lvl2pPr>
            <a:lvl3pPr marL="9525" indent="-9525">
              <a:buNone/>
              <a:tabLst/>
              <a:defRPr b="1">
                <a:latin typeface="+mj-lt"/>
              </a:defRPr>
            </a:lvl3pPr>
            <a:lvl4pPr marL="9525" indent="-9525">
              <a:buNone/>
              <a:tabLst/>
              <a:defRPr b="1">
                <a:latin typeface="+mj-lt"/>
              </a:defRPr>
            </a:lvl4pPr>
            <a:lvl5pPr marL="9525" indent="-9525">
              <a:buNone/>
              <a:tabLst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Page Title</a:t>
            </a:r>
          </a:p>
          <a:p>
            <a:pPr lvl="0"/>
            <a:r>
              <a:rPr lang="en-US" dirty="0"/>
              <a:t>Goes Here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0DB97F8-295D-A0E2-1AE9-FBEADC5CD8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14289" y="3249612"/>
            <a:ext cx="5453824" cy="3024188"/>
          </a:xfrm>
          <a:prstGeom prst="rect">
            <a:avLst/>
          </a:prstGeom>
        </p:spPr>
        <p:txBody>
          <a:bodyPr/>
          <a:lstStyle>
            <a:lvl1pPr marL="11113" indent="-11113">
              <a:buFont typeface="Arial" panose="020B0604020202020204" pitchFamily="34" charset="0"/>
              <a:buNone/>
              <a:tabLst/>
              <a:defRPr sz="2400"/>
            </a:lvl1pPr>
            <a:lvl2pPr marL="11113" indent="-11113">
              <a:buFont typeface="Arial" panose="020B0604020202020204" pitchFamily="34" charset="0"/>
              <a:buNone/>
              <a:tabLst/>
              <a:defRPr/>
            </a:lvl2pPr>
            <a:lvl3pPr marL="11113" indent="-11113">
              <a:buFont typeface="Arial" panose="020B0604020202020204" pitchFamily="34" charset="0"/>
              <a:buNone/>
              <a:tabLst/>
              <a:defRPr/>
            </a:lvl3pPr>
            <a:lvl4pPr marL="11113" indent="-11113">
              <a:buFont typeface="Arial" panose="020B0604020202020204" pitchFamily="34" charset="0"/>
              <a:buNone/>
              <a:tabLst/>
              <a:defRPr/>
            </a:lvl4pPr>
            <a:lvl5pPr marL="11113" indent="-11113">
              <a:buFont typeface="Arial" panose="020B0604020202020204" pitchFamily="34" charset="0"/>
              <a:buNone/>
              <a:tabLst/>
              <a:defRPr/>
            </a:lvl5pPr>
          </a:lstStyle>
          <a:p>
            <a:pPr lvl="0"/>
            <a:r>
              <a:rPr lang="en-US" dirty="0"/>
              <a:t>Lorem ipsum dolor sit amet, consectetuer adipiscing elit. Maecenas porttitor congue massa. </a:t>
            </a:r>
          </a:p>
          <a:p>
            <a:pPr lvl="0"/>
            <a:r>
              <a:rPr lang="en-US" dirty="0" err="1"/>
              <a:t>Fusce</a:t>
            </a:r>
            <a:r>
              <a:rPr lang="en-US" dirty="0"/>
              <a:t> posuere, magna sed pulvinar </a:t>
            </a:r>
            <a:r>
              <a:rPr lang="en-US" dirty="0" err="1"/>
              <a:t>ultricies</a:t>
            </a:r>
            <a:r>
              <a:rPr lang="en-US" dirty="0"/>
              <a:t>.</a:t>
            </a:r>
          </a:p>
        </p:txBody>
      </p:sp>
      <p:pic>
        <p:nvPicPr>
          <p:cNvPr id="8" name="Picture 7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2C3F2C47-A14B-606F-CA07-89E84CFAFC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677" y="404813"/>
            <a:ext cx="2059421" cy="78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026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96233D-EB45-C2B1-5D1D-ED9DDD442D31}"/>
              </a:ext>
            </a:extLst>
          </p:cNvPr>
          <p:cNvSpPr/>
          <p:nvPr userDrawn="1"/>
        </p:nvSpPr>
        <p:spPr>
          <a:xfrm>
            <a:off x="623887" y="2707574"/>
            <a:ext cx="5173576" cy="3566226"/>
          </a:xfrm>
          <a:prstGeom prst="rect">
            <a:avLst/>
          </a:prstGeom>
          <a:solidFill>
            <a:srgbClr val="9D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pic>
        <p:nvPicPr>
          <p:cNvPr id="9" name="Picture 8" descr="A black and white pattern&#10;&#10;AI-generated content may be incorrect.">
            <a:extLst>
              <a:ext uri="{FF2B5EF4-FFF2-40B4-BE49-F238E27FC236}">
                <a16:creationId xmlns:a16="http://schemas.microsoft.com/office/drawing/2014/main" id="{42B273D9-D554-F17E-E9BF-4A8C85DB53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2" t="45818" r="52450" b="33499"/>
          <a:stretch>
            <a:fillRect/>
          </a:stretch>
        </p:blipFill>
        <p:spPr>
          <a:xfrm>
            <a:off x="658813" y="2707574"/>
            <a:ext cx="5138649" cy="356622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B1C33D9-B4D5-697E-DFFC-1AD7C4B2D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83429" y="1462250"/>
            <a:ext cx="4484684" cy="3458535"/>
          </a:xfrm>
          <a:custGeom>
            <a:avLst/>
            <a:gdLst>
              <a:gd name="connsiteX0" fmla="*/ 0 w 5472113"/>
              <a:gd name="connsiteY0" fmla="*/ 0 h 3321050"/>
              <a:gd name="connsiteX1" fmla="*/ 5472113 w 5472113"/>
              <a:gd name="connsiteY1" fmla="*/ 0 h 3321050"/>
              <a:gd name="connsiteX2" fmla="*/ 5472113 w 5472113"/>
              <a:gd name="connsiteY2" fmla="*/ 3321050 h 3321050"/>
              <a:gd name="connsiteX3" fmla="*/ 0 w 5472113"/>
              <a:gd name="connsiteY3" fmla="*/ 3321050 h 3321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2113" h="3321050">
                <a:moveTo>
                  <a:pt x="0" y="0"/>
                </a:moveTo>
                <a:lnTo>
                  <a:pt x="5472113" y="0"/>
                </a:lnTo>
                <a:lnTo>
                  <a:pt x="5472113" y="3321050"/>
                </a:lnTo>
                <a:lnTo>
                  <a:pt x="0" y="332105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5CF98-A7E3-BBDD-4E32-685CDD0FE6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4" y="584200"/>
            <a:ext cx="5173576" cy="1470231"/>
          </a:xfrm>
          <a:prstGeom prst="rect">
            <a:avLst/>
          </a:prstGeom>
        </p:spPr>
        <p:txBody>
          <a:bodyPr/>
          <a:lstStyle>
            <a:lvl1pPr marL="11113" indent="-11113">
              <a:lnSpc>
                <a:spcPct val="79821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4800" b="0" spc="0">
                <a:solidFill>
                  <a:schemeClr val="tx1"/>
                </a:solidFill>
                <a:latin typeface="+mj-lt"/>
              </a:defRPr>
            </a:lvl1pPr>
            <a:lvl2pPr marL="9525" indent="-9525">
              <a:buNone/>
              <a:tabLst/>
              <a:defRPr b="1">
                <a:latin typeface="+mj-lt"/>
              </a:defRPr>
            </a:lvl2pPr>
            <a:lvl3pPr marL="9525" indent="-9525">
              <a:buNone/>
              <a:tabLst/>
              <a:defRPr b="1">
                <a:latin typeface="+mj-lt"/>
              </a:defRPr>
            </a:lvl3pPr>
            <a:lvl4pPr marL="9525" indent="-9525">
              <a:buNone/>
              <a:tabLst/>
              <a:defRPr b="1">
                <a:latin typeface="+mj-lt"/>
              </a:defRPr>
            </a:lvl4pPr>
            <a:lvl5pPr marL="9525" indent="-9525">
              <a:buNone/>
              <a:tabLst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Page Title</a:t>
            </a:r>
          </a:p>
          <a:p>
            <a:pPr lvl="0"/>
            <a:r>
              <a:rPr lang="en-US" dirty="0"/>
              <a:t>Goes Here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4DC6D08-400A-A4DD-EAB0-0E574A55F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7251" y="3656295"/>
            <a:ext cx="4281321" cy="2528979"/>
          </a:xfrm>
          <a:prstGeom prst="rect">
            <a:avLst/>
          </a:prstGeom>
        </p:spPr>
        <p:txBody>
          <a:bodyPr/>
          <a:lstStyle>
            <a:lvl1pPr marL="11113" indent="-11113"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11113" indent="-11113">
              <a:buFont typeface="Arial" panose="020B0604020202020204" pitchFamily="34" charset="0"/>
              <a:buNone/>
              <a:tabLst/>
              <a:defRPr/>
            </a:lvl2pPr>
            <a:lvl3pPr marL="11113" indent="-11113">
              <a:buFont typeface="Arial" panose="020B0604020202020204" pitchFamily="34" charset="0"/>
              <a:buNone/>
              <a:tabLst/>
              <a:defRPr/>
            </a:lvl3pPr>
            <a:lvl4pPr marL="11113" indent="-11113">
              <a:buFont typeface="Arial" panose="020B0604020202020204" pitchFamily="34" charset="0"/>
              <a:buNone/>
              <a:tabLst/>
              <a:defRPr/>
            </a:lvl4pPr>
            <a:lvl5pPr marL="11113" indent="-11113">
              <a:buFont typeface="Arial" panose="020B0604020202020204" pitchFamily="34" charset="0"/>
              <a:buNone/>
              <a:tabLst/>
              <a:defRPr/>
            </a:lvl5pPr>
          </a:lstStyle>
          <a:p>
            <a:pPr lvl="0"/>
            <a:r>
              <a:rPr lang="en-US" dirty="0"/>
              <a:t>Lorem ipsum dolor sit amet, consectetuer adipiscing elit. Maecenas porttitor congue massa. </a:t>
            </a:r>
          </a:p>
          <a:p>
            <a:pPr lvl="0"/>
            <a:r>
              <a:rPr lang="en-US" dirty="0" err="1"/>
              <a:t>Fusce</a:t>
            </a:r>
            <a:r>
              <a:rPr lang="en-US" dirty="0"/>
              <a:t> posuere, magna sed pulvinar </a:t>
            </a:r>
            <a:r>
              <a:rPr lang="en-US" dirty="0" err="1"/>
              <a:t>ultricies</a:t>
            </a:r>
            <a:r>
              <a:rPr lang="en-US" dirty="0"/>
              <a:t>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83AE23E-4CFE-FD9A-B6DC-E2F014475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83429" y="5189235"/>
            <a:ext cx="4484684" cy="1084565"/>
          </a:xfrm>
          <a:prstGeom prst="rect">
            <a:avLst/>
          </a:prstGeom>
        </p:spPr>
        <p:txBody>
          <a:bodyPr/>
          <a:lstStyle>
            <a:lvl1pPr marL="11113" indent="-11113">
              <a:buFont typeface="Arial" panose="020B0604020202020204" pitchFamily="34" charset="0"/>
              <a:buNone/>
              <a:tabLst/>
              <a:defRPr sz="2400">
                <a:solidFill>
                  <a:schemeClr val="accent2"/>
                </a:solidFill>
              </a:defRPr>
            </a:lvl1pPr>
            <a:lvl2pPr marL="11113" indent="-11113">
              <a:buFont typeface="Arial" panose="020B0604020202020204" pitchFamily="34" charset="0"/>
              <a:buNone/>
              <a:tabLst/>
              <a:defRPr/>
            </a:lvl2pPr>
            <a:lvl3pPr marL="11113" indent="-11113">
              <a:buFont typeface="Arial" panose="020B0604020202020204" pitchFamily="34" charset="0"/>
              <a:buNone/>
              <a:tabLst/>
              <a:defRPr/>
            </a:lvl3pPr>
            <a:lvl4pPr marL="11113" indent="-11113">
              <a:buFont typeface="Arial" panose="020B0604020202020204" pitchFamily="34" charset="0"/>
              <a:buNone/>
              <a:tabLst/>
              <a:defRPr/>
            </a:lvl4pPr>
            <a:lvl5pPr marL="11113" indent="-11113">
              <a:buFont typeface="Arial" panose="020B0604020202020204" pitchFamily="34" charset="0"/>
              <a:buNone/>
              <a:tabLst/>
              <a:defRPr/>
            </a:lvl5pPr>
          </a:lstStyle>
          <a:p>
            <a:pPr lvl="0"/>
            <a:r>
              <a:rPr lang="en-US" dirty="0"/>
              <a:t>Lorem ipsum dolor sit amet, consectetuer adipiscing elit. Maecenas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62B7BF8-433E-A355-8038-BD7D94E18A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037" y="2972926"/>
            <a:ext cx="4009901" cy="456074"/>
          </a:xfrm>
          <a:prstGeom prst="rect">
            <a:avLst/>
          </a:prstGeom>
        </p:spPr>
        <p:txBody>
          <a:bodyPr/>
          <a:lstStyle>
            <a:lvl1pPr marL="11113" indent="-11113">
              <a:buFont typeface="Arial" panose="020B0604020202020204" pitchFamily="34" charset="0"/>
              <a:buNone/>
              <a:tabLst/>
              <a:defRPr sz="2400" b="1">
                <a:solidFill>
                  <a:schemeClr val="bg1"/>
                </a:solidFill>
              </a:defRPr>
            </a:lvl1pPr>
            <a:lvl2pPr marL="11113" indent="-11113">
              <a:buFont typeface="Arial" panose="020B0604020202020204" pitchFamily="34" charset="0"/>
              <a:buNone/>
              <a:tabLst/>
              <a:defRPr/>
            </a:lvl2pPr>
            <a:lvl3pPr marL="11113" indent="-11113">
              <a:buFont typeface="Arial" panose="020B0604020202020204" pitchFamily="34" charset="0"/>
              <a:buNone/>
              <a:tabLst/>
              <a:defRPr/>
            </a:lvl3pPr>
            <a:lvl4pPr marL="11113" indent="-11113">
              <a:buFont typeface="Arial" panose="020B0604020202020204" pitchFamily="34" charset="0"/>
              <a:buNone/>
              <a:tabLst/>
              <a:defRPr/>
            </a:lvl4pPr>
            <a:lvl5pPr marL="11113" indent="-11113">
              <a:buFont typeface="Arial" panose="020B0604020202020204" pitchFamily="34" charset="0"/>
              <a:buNone/>
              <a:tabLst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pic>
        <p:nvPicPr>
          <p:cNvPr id="10" name="Picture 9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6ADC2B2D-A276-8229-345B-8D0DE6D598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677" y="404813"/>
            <a:ext cx="2059421" cy="78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393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Ca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E3628D4-B79F-8F0A-96DC-E90419D5E0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3888" y="1216588"/>
            <a:ext cx="10944225" cy="3298371"/>
          </a:xfrm>
          <a:custGeom>
            <a:avLst/>
            <a:gdLst>
              <a:gd name="connsiteX0" fmla="*/ 0 w 10944225"/>
              <a:gd name="connsiteY0" fmla="*/ 0 h 3298371"/>
              <a:gd name="connsiteX1" fmla="*/ 10944225 w 10944225"/>
              <a:gd name="connsiteY1" fmla="*/ 0 h 3298371"/>
              <a:gd name="connsiteX2" fmla="*/ 10944225 w 10944225"/>
              <a:gd name="connsiteY2" fmla="*/ 3298371 h 3298371"/>
              <a:gd name="connsiteX3" fmla="*/ 0 w 10944225"/>
              <a:gd name="connsiteY3" fmla="*/ 3298371 h 329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44225" h="3298371">
                <a:moveTo>
                  <a:pt x="0" y="0"/>
                </a:moveTo>
                <a:lnTo>
                  <a:pt x="10944225" y="0"/>
                </a:lnTo>
                <a:lnTo>
                  <a:pt x="10944225" y="3298371"/>
                </a:lnTo>
                <a:lnTo>
                  <a:pt x="0" y="329837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0461A40-3498-39AE-B155-10EFB350E1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3" y="4803569"/>
            <a:ext cx="3746932" cy="1470231"/>
          </a:xfrm>
          <a:prstGeom prst="rect">
            <a:avLst/>
          </a:prstGeom>
        </p:spPr>
        <p:txBody>
          <a:bodyPr/>
          <a:lstStyle>
            <a:lvl1pPr marL="11113" indent="-11113">
              <a:lnSpc>
                <a:spcPct val="79821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4800" b="0" spc="0">
                <a:solidFill>
                  <a:schemeClr val="tx1"/>
                </a:solidFill>
                <a:latin typeface="+mj-lt"/>
              </a:defRPr>
            </a:lvl1pPr>
            <a:lvl2pPr marL="9525" indent="-9525">
              <a:buNone/>
              <a:tabLst/>
              <a:defRPr b="1">
                <a:latin typeface="+mj-lt"/>
              </a:defRPr>
            </a:lvl2pPr>
            <a:lvl3pPr marL="9525" indent="-9525">
              <a:buNone/>
              <a:tabLst/>
              <a:defRPr b="1">
                <a:latin typeface="+mj-lt"/>
              </a:defRPr>
            </a:lvl3pPr>
            <a:lvl4pPr marL="9525" indent="-9525">
              <a:buNone/>
              <a:tabLst/>
              <a:defRPr b="1">
                <a:latin typeface="+mj-lt"/>
              </a:defRPr>
            </a:lvl4pPr>
            <a:lvl5pPr marL="9525" indent="-9525">
              <a:buNone/>
              <a:tabLst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Page Title</a:t>
            </a:r>
          </a:p>
          <a:p>
            <a:pPr lvl="0"/>
            <a:r>
              <a:rPr lang="en-US" dirty="0"/>
              <a:t>Goes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47499-A8C6-7F45-0381-1E2C38FF4E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27663" y="4803569"/>
            <a:ext cx="6140450" cy="1470231"/>
          </a:xfrm>
          <a:prstGeom prst="rect">
            <a:avLst/>
          </a:prstGeom>
        </p:spPr>
        <p:txBody>
          <a:bodyPr/>
          <a:lstStyle>
            <a:lvl1pPr marL="11113" indent="0">
              <a:tabLst/>
              <a:defRPr sz="2400"/>
            </a:lvl1pPr>
            <a:lvl2pPr marL="11113" indent="0">
              <a:tabLst/>
              <a:defRPr sz="2400"/>
            </a:lvl2pPr>
            <a:lvl3pPr marL="11113" indent="0">
              <a:tabLst/>
              <a:defRPr sz="2400"/>
            </a:lvl3pPr>
            <a:lvl4pPr marL="11113" indent="0">
              <a:tabLst/>
              <a:defRPr/>
            </a:lvl4pPr>
            <a:lvl5pPr marL="11113" indent="0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6" name="Picture 5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7F0F8422-E71E-0B8E-411E-B9E288EE9C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677" y="404813"/>
            <a:ext cx="2059421" cy="78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792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6C2F233-A851-ECF5-F203-469862B8CA3C}"/>
              </a:ext>
            </a:extLst>
          </p:cNvPr>
          <p:cNvGrpSpPr/>
          <p:nvPr userDrawn="1"/>
        </p:nvGrpSpPr>
        <p:grpSpPr>
          <a:xfrm>
            <a:off x="710972" y="1899803"/>
            <a:ext cx="10770057" cy="4354181"/>
            <a:chOff x="798053" y="1899803"/>
            <a:chExt cx="10770057" cy="435418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3621528-9A88-915A-8173-2D1776319DB3}"/>
                </a:ext>
              </a:extLst>
            </p:cNvPr>
            <p:cNvSpPr/>
            <p:nvPr/>
          </p:nvSpPr>
          <p:spPr>
            <a:xfrm>
              <a:off x="6469116" y="1899803"/>
              <a:ext cx="5098994" cy="1907593"/>
            </a:xfrm>
            <a:prstGeom prst="rect">
              <a:avLst/>
            </a:prstGeom>
            <a:solidFill>
              <a:srgbClr val="9D44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DDD6651-84D4-CE36-358B-8A0FAE04AEF7}"/>
                </a:ext>
              </a:extLst>
            </p:cNvPr>
            <p:cNvSpPr/>
            <p:nvPr/>
          </p:nvSpPr>
          <p:spPr>
            <a:xfrm>
              <a:off x="6469115" y="4346391"/>
              <a:ext cx="5098994" cy="1907593"/>
            </a:xfrm>
            <a:prstGeom prst="rect">
              <a:avLst/>
            </a:prstGeom>
            <a:solidFill>
              <a:srgbClr val="9D44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7763DF-B604-ED1E-F1D9-4ECB23937552}"/>
                </a:ext>
              </a:extLst>
            </p:cNvPr>
            <p:cNvSpPr/>
            <p:nvPr/>
          </p:nvSpPr>
          <p:spPr>
            <a:xfrm>
              <a:off x="798053" y="1909251"/>
              <a:ext cx="5098995" cy="1907593"/>
            </a:xfrm>
            <a:prstGeom prst="rect">
              <a:avLst/>
            </a:prstGeom>
            <a:solidFill>
              <a:srgbClr val="9D44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6C42555-4CC0-FBBA-6E29-CCC4A4282BC6}"/>
                </a:ext>
              </a:extLst>
            </p:cNvPr>
            <p:cNvSpPr/>
            <p:nvPr/>
          </p:nvSpPr>
          <p:spPr>
            <a:xfrm>
              <a:off x="798053" y="4346391"/>
              <a:ext cx="5098995" cy="1907593"/>
            </a:xfrm>
            <a:prstGeom prst="rect">
              <a:avLst/>
            </a:prstGeom>
            <a:solidFill>
              <a:srgbClr val="9D444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2381A28-8430-4EE6-DBE1-23E2DBD9EF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972" y="1913426"/>
            <a:ext cx="1909848" cy="1909848"/>
          </a:xfrm>
          <a:custGeom>
            <a:avLst/>
            <a:gdLst>
              <a:gd name="connsiteX0" fmla="*/ 0 w 1909848"/>
              <a:gd name="connsiteY0" fmla="*/ 0 h 1909848"/>
              <a:gd name="connsiteX1" fmla="*/ 1909848 w 1909848"/>
              <a:gd name="connsiteY1" fmla="*/ 0 h 1909848"/>
              <a:gd name="connsiteX2" fmla="*/ 1909848 w 1909848"/>
              <a:gd name="connsiteY2" fmla="*/ 1909848 h 1909848"/>
              <a:gd name="connsiteX3" fmla="*/ 0 w 1909848"/>
              <a:gd name="connsiteY3" fmla="*/ 1909848 h 1909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9848" h="1909848">
                <a:moveTo>
                  <a:pt x="0" y="0"/>
                </a:moveTo>
                <a:lnTo>
                  <a:pt x="1909848" y="0"/>
                </a:lnTo>
                <a:lnTo>
                  <a:pt x="1909848" y="1909848"/>
                </a:lnTo>
                <a:lnTo>
                  <a:pt x="0" y="190984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A69FDAC-40E8-F748-E8CB-25276635BCA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2033" y="1898912"/>
            <a:ext cx="1909848" cy="1909848"/>
          </a:xfrm>
          <a:custGeom>
            <a:avLst/>
            <a:gdLst>
              <a:gd name="connsiteX0" fmla="*/ 0 w 1909848"/>
              <a:gd name="connsiteY0" fmla="*/ 0 h 1909848"/>
              <a:gd name="connsiteX1" fmla="*/ 1909848 w 1909848"/>
              <a:gd name="connsiteY1" fmla="*/ 0 h 1909848"/>
              <a:gd name="connsiteX2" fmla="*/ 1909848 w 1909848"/>
              <a:gd name="connsiteY2" fmla="*/ 1909848 h 1909848"/>
              <a:gd name="connsiteX3" fmla="*/ 0 w 1909848"/>
              <a:gd name="connsiteY3" fmla="*/ 1909848 h 1909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9848" h="1909848">
                <a:moveTo>
                  <a:pt x="0" y="0"/>
                </a:moveTo>
                <a:lnTo>
                  <a:pt x="1909848" y="0"/>
                </a:lnTo>
                <a:lnTo>
                  <a:pt x="1909848" y="1909848"/>
                </a:lnTo>
                <a:lnTo>
                  <a:pt x="0" y="190984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BCD9B31-84F1-5E13-4D9A-FC12497150E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0972" y="4337335"/>
            <a:ext cx="1909848" cy="1909848"/>
          </a:xfrm>
          <a:custGeom>
            <a:avLst/>
            <a:gdLst>
              <a:gd name="connsiteX0" fmla="*/ 0 w 1909848"/>
              <a:gd name="connsiteY0" fmla="*/ 0 h 1909848"/>
              <a:gd name="connsiteX1" fmla="*/ 1909848 w 1909848"/>
              <a:gd name="connsiteY1" fmla="*/ 0 h 1909848"/>
              <a:gd name="connsiteX2" fmla="*/ 1909848 w 1909848"/>
              <a:gd name="connsiteY2" fmla="*/ 1909848 h 1909848"/>
              <a:gd name="connsiteX3" fmla="*/ 0 w 1909848"/>
              <a:gd name="connsiteY3" fmla="*/ 1909848 h 1909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9848" h="1909848">
                <a:moveTo>
                  <a:pt x="0" y="0"/>
                </a:moveTo>
                <a:lnTo>
                  <a:pt x="1909848" y="0"/>
                </a:lnTo>
                <a:lnTo>
                  <a:pt x="1909848" y="1909848"/>
                </a:lnTo>
                <a:lnTo>
                  <a:pt x="0" y="190984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CCD5240-875F-5E86-03BD-50E8125CB4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6547" y="4351849"/>
            <a:ext cx="1909848" cy="1909848"/>
          </a:xfrm>
          <a:custGeom>
            <a:avLst/>
            <a:gdLst>
              <a:gd name="connsiteX0" fmla="*/ 0 w 1909848"/>
              <a:gd name="connsiteY0" fmla="*/ 0 h 1909848"/>
              <a:gd name="connsiteX1" fmla="*/ 1909848 w 1909848"/>
              <a:gd name="connsiteY1" fmla="*/ 0 h 1909848"/>
              <a:gd name="connsiteX2" fmla="*/ 1909848 w 1909848"/>
              <a:gd name="connsiteY2" fmla="*/ 1909848 h 1909848"/>
              <a:gd name="connsiteX3" fmla="*/ 0 w 1909848"/>
              <a:gd name="connsiteY3" fmla="*/ 1909848 h 1909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9848" h="1909848">
                <a:moveTo>
                  <a:pt x="0" y="0"/>
                </a:moveTo>
                <a:lnTo>
                  <a:pt x="1909848" y="0"/>
                </a:lnTo>
                <a:lnTo>
                  <a:pt x="1909848" y="1909848"/>
                </a:lnTo>
                <a:lnTo>
                  <a:pt x="0" y="190984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pic>
        <p:nvPicPr>
          <p:cNvPr id="27" name="Picture 26" descr="A person standing in front of a black background&#10;&#10;AI-generated content may be incorrect.">
            <a:extLst>
              <a:ext uri="{FF2B5EF4-FFF2-40B4-BE49-F238E27FC236}">
                <a16:creationId xmlns:a16="http://schemas.microsoft.com/office/drawing/2014/main" id="{F5A4A672-CB7C-5644-5423-EA3A6EF6A1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677" y="404813"/>
            <a:ext cx="2059421" cy="78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915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1139B6-4FF5-1B8C-E335-7E704BE7E46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D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pic>
        <p:nvPicPr>
          <p:cNvPr id="2" name="Picture 1" descr="A black and white pattern&#10;&#10;AI-generated content may be incorrect.">
            <a:extLst>
              <a:ext uri="{FF2B5EF4-FFF2-40B4-BE49-F238E27FC236}">
                <a16:creationId xmlns:a16="http://schemas.microsoft.com/office/drawing/2014/main" id="{00BF76F6-C051-C14E-0D22-0435BFFE7A0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14" b="30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A3025F99-66E9-5497-2C05-8B471426D5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225" y="584200"/>
            <a:ext cx="1733550" cy="134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586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EAC1FE8-00AA-D9BB-A84A-F28409505AE9}"/>
              </a:ext>
            </a:extLst>
          </p:cNvPr>
          <p:cNvSpPr txBox="1"/>
          <p:nvPr userDrawn="1"/>
        </p:nvSpPr>
        <p:spPr>
          <a:xfrm>
            <a:off x="623888" y="6453188"/>
            <a:ext cx="508000" cy="2299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70000"/>
              </a:lnSpc>
            </a:pPr>
            <a:fld id="{035EC6E4-7EAF-4AB3-9851-E6447B90715C}" type="slidenum">
              <a:rPr lang="en-ID" sz="1200" smtClean="0"/>
              <a:pPr>
                <a:lnSpc>
                  <a:spcPct val="70000"/>
                </a:lnSpc>
              </a:pPr>
              <a:t>‹#›</a:t>
            </a:fld>
            <a:endParaRPr lang="en-ID" sz="1200" dirty="0"/>
          </a:p>
        </p:txBody>
      </p:sp>
    </p:spTree>
    <p:extLst>
      <p:ext uri="{BB962C8B-B14F-4D97-AF65-F5344CB8AC3E}">
        <p14:creationId xmlns:p14="http://schemas.microsoft.com/office/powerpoint/2010/main" val="321733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4" r:id="rId4"/>
    <p:sldLayoutId id="2147483663" r:id="rId5"/>
    <p:sldLayoutId id="2147483659" r:id="rId6"/>
    <p:sldLayoutId id="2147483665" r:id="rId7"/>
    <p:sldLayoutId id="2147483667" r:id="rId8"/>
    <p:sldLayoutId id="2147483661" r:id="rId9"/>
    <p:sldLayoutId id="2147483651" r:id="rId10"/>
    <p:sldLayoutId id="2147483652" r:id="rId11"/>
    <p:sldLayoutId id="2147483653" r:id="rId12"/>
    <p:sldLayoutId id="2147483666" r:id="rId13"/>
    <p:sldLayoutId id="2147483654" r:id="rId14"/>
    <p:sldLayoutId id="2147483655" r:id="rId15"/>
    <p:sldLayoutId id="2147483656" r:id="rId16"/>
    <p:sldLayoutId id="2147483657" r:id="rId17"/>
    <p:sldLayoutId id="214748366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55">
          <p15:clr>
            <a:srgbClr val="F26B43"/>
          </p15:clr>
        </p15:guide>
        <p15:guide id="4" pos="279">
          <p15:clr>
            <a:srgbClr val="F26B43"/>
          </p15:clr>
        </p15:guide>
        <p15:guide id="5" pos="7401">
          <p15:clr>
            <a:srgbClr val="F26B43"/>
          </p15:clr>
        </p15:guide>
        <p15:guide id="6" orient="horz" pos="4065">
          <p15:clr>
            <a:srgbClr val="F26B43"/>
          </p15:clr>
        </p15:guide>
        <p15:guide id="7" orient="horz" pos="3952">
          <p15:clr>
            <a:srgbClr val="F26B43"/>
          </p15:clr>
        </p15:guide>
        <p15:guide id="8" orient="horz" pos="368">
          <p15:clr>
            <a:srgbClr val="F26B43"/>
          </p15:clr>
        </p15:guide>
        <p15:guide id="9" pos="415">
          <p15:clr>
            <a:srgbClr val="F26B43"/>
          </p15:clr>
        </p15:guide>
        <p15:guide id="10" pos="7287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D44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Poppins"/>
              </a:rPr>
              <a:t>The Data Tried to Tell Us Something Impossible.</a:t>
            </a:r>
          </a:p>
          <a:p>
            <a:pPr>
              <a:spcBef>
                <a:spcPts val="1000"/>
              </a:spcBef>
            </a:pPr>
            <a:r>
              <a:rPr sz="2200">
                <a:solidFill>
                  <a:srgbClr val="E5DECF"/>
                </a:solidFill>
                <a:latin typeface="Calibri"/>
              </a:rPr>
              <a:t>Here's What It Actually Meant, and Where Ghana's Next Nets Should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931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85A9D2"/>
                </a:solidFill>
                <a:latin typeface="Calibri"/>
              </a:rPr>
              <a:t>ICS553 Machine Learning Essentials — Prosit 1  |  Mock Ministry of Health Panel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5DECF"/>
                </a:solidFill>
                <a:latin typeface="Calibri"/>
              </a:rPr>
              <a:t>September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9D4444"/>
                </a:solidFill>
                <a:latin typeface="Poppins"/>
              </a:rPr>
              <a:t>Malaria still kills at a scale most policy problems never reach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2100">
                <a:solidFill>
                  <a:srgbClr val="202020"/>
                </a:solidFill>
                <a:latin typeface="Calibri"/>
              </a:rPr>
              <a:t>263 million cases, 597,000 deaths worldwide in 2023 — </a:t>
            </a:r>
            <a:r>
              <a:rPr sz="2100">
                <a:solidFill>
                  <a:srgbClr val="202020"/>
                </a:solidFill>
                <a:latin typeface="Calibri"/>
              </a:rPr>
              <a:t>~95% of deaths occur in Africa (WHO, Dec 2024).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2100">
                <a:solidFill>
                  <a:srgbClr val="202020"/>
                </a:solidFill>
                <a:latin typeface="Calibri"/>
              </a:rPr>
              <a:t>Ghana's NMEP</a:t>
            </a:r>
            <a:r>
              <a:rPr sz="2100">
                <a:solidFill>
                  <a:srgbClr val="202020"/>
                </a:solidFill>
                <a:latin typeface="Calibri"/>
              </a:rPr>
              <a:t> ran nationwide net distribution in 2023 — but transmission is not uniform.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2100">
                <a:solidFill>
                  <a:srgbClr val="202020"/>
                </a:solidFill>
                <a:latin typeface="Calibri"/>
              </a:rPr>
              <a:t>Interior and border districts</a:t>
            </a:r>
            <a:r>
              <a:rPr sz="2100">
                <a:solidFill>
                  <a:srgbClr val="202020"/>
                </a:solidFill>
                <a:latin typeface="Calibri"/>
              </a:rPr>
              <a:t> carry more burden and are the ones most often left out of national surveys.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B6B6B"/>
                </a:solidFill>
                <a:latin typeface="Calibri"/>
              </a:rPr>
              <a:t>WHO World Malaria Report 2024 (December 2024)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9D4444"/>
                </a:solidFill>
                <a:latin typeface="Poppins"/>
              </a:rPr>
              <a:t>One shipment. Limited nets. A committee that needs a defensible answer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37360"/>
            <a:ext cx="9966960" cy="1371600"/>
          </a:xfrm>
          <a:prstGeom prst="roundRect">
            <a:avLst/>
          </a:prstGeom>
          <a:solidFill>
            <a:srgbClr val="E5DECF"/>
          </a:solidFill>
          <a:ln w="15875">
            <a:solidFill>
              <a:srgbClr val="017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900">
                <a:solidFill>
                  <a:srgbClr val="9D4444"/>
                </a:solidFill>
                <a:latin typeface="Calibri"/>
              </a:rPr>
              <a:t>Where should Ghana's limited new ITN supply go, and how confident can we be
in the district-level malaria estimates behind that decision?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1109441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1900">
                <a:solidFill>
                  <a:srgbClr val="202020"/>
                </a:solidFill>
                <a:latin typeface="Calibri"/>
              </a:rPr>
              <a:t>Target: </a:t>
            </a:r>
            <a:r>
              <a:rPr sz="1900">
                <a:solidFill>
                  <a:srgbClr val="202020"/>
                </a:solidFill>
                <a:latin typeface="Calibri"/>
              </a:rPr>
              <a:t>district-level allocation priority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1900">
                <a:solidFill>
                  <a:srgbClr val="202020"/>
                </a:solidFill>
                <a:latin typeface="Calibri"/>
              </a:rPr>
              <a:t>Unit: </a:t>
            </a:r>
            <a:r>
              <a:rPr sz="1900">
                <a:solidFill>
                  <a:srgbClr val="202020"/>
                </a:solidFill>
                <a:latin typeface="Calibri"/>
              </a:rPr>
              <a:t>cases per 100,000 population (burden); % households with a net (existing coverage)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1900">
                <a:solidFill>
                  <a:srgbClr val="202020"/>
                </a:solidFill>
                <a:latin typeface="Calibri"/>
              </a:rPr>
              <a:t>What actually matters most: </a:t>
            </a:r>
            <a:r>
              <a:rPr sz="1900">
                <a:solidFill>
                  <a:srgbClr val="202020"/>
                </a:solidFill>
                <a:latin typeface="Calibri"/>
              </a:rPr>
              <a:t>confidence, not the point estimate alone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9D4444"/>
                </a:solidFill>
                <a:latin typeface="Poppins"/>
              </a:rPr>
              <a:t>Real data, real limits — three sources, one of them covering just 3 of 16 regions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17597"/>
                </a:solidFill>
                <a:latin typeface="Poppins"/>
              </a:rPr>
              <a:t>Household survey (2022 DHS)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700">
                <a:solidFill>
                  <a:srgbClr val="202020"/>
                </a:solidFill>
                <a:latin typeface="Calibri"/>
              </a:rPr>
              <a:t>17,933 households, 618 clusters, 16 regions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700">
                <a:solidFill>
                  <a:srgbClr val="202020"/>
                </a:solidFill>
                <a:latin typeface="Calibri"/>
              </a:rPr>
              <a:t>Net ownership, wealth index, sampling weights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700">
                <a:solidFill>
                  <a:srgbClr val="202020"/>
                </a:solidFill>
                <a:latin typeface="Calibri"/>
              </a:rPr>
              <a:t>Licensed extract —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17597"/>
                </a:solidFill>
                <a:latin typeface="Poppins"/>
              </a:rPr>
              <a:t>District case data (GHS routine)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19456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700">
                <a:solidFill>
                  <a:srgbClr val="202020"/>
                </a:solidFill>
                <a:latin typeface="Calibri"/>
              </a:rPr>
              <a:t>50 real districts — Northern, Upper East, Upper West only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700">
                <a:solidFill>
                  <a:srgbClr val="202020"/>
                </a:solidFill>
                <a:latin typeface="Calibri"/>
              </a:rPr>
              <a:t>Case counts + region-level net coverage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700">
                <a:solidFill>
                  <a:srgbClr val="202020"/>
                </a:solidFill>
                <a:latin typeface="Calibri"/>
              </a:rPr>
              <a:t>Ghana Health Service surveillance, 2014-17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480560"/>
            <a:ext cx="11094415" cy="91440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017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700">
                <a:solidFill>
                  <a:srgbClr val="7A5200"/>
                </a:solidFill>
                <a:latin typeface="Calibri"/>
              </a:rPr>
              <a:t>13 of Ghana's 16 regions have zero district-level case data. Every finding
from here on is scoped to the north — and we say so, not hide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9D4444"/>
                </a:solidFill>
                <a:latin typeface="Poppins"/>
              </a:rPr>
              <a:t>Clue #1: the data is lumpy, and one of our two models can't admit it</a:t>
            </a:r>
          </a:p>
        </p:txBody>
      </p:sp>
      <p:pic>
        <p:nvPicPr>
          <p:cNvPr id="3" name="Picture 2" descr="dispersion_overlay_log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7172610" cy="4434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201168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1600">
                <a:solidFill>
                  <a:srgbClr val="202020"/>
                </a:solidFill>
                <a:latin typeface="Calibri"/>
              </a:rPr>
              <a:t>Mean:</a:t>
            </a:r>
            <a:r>
              <a:rPr sz="1600">
                <a:solidFill>
                  <a:srgbClr val="202020"/>
                </a:solidFill>
                <a:latin typeface="Calibri"/>
              </a:rPr>
              <a:t> 195,640 cases per district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1600">
                <a:solidFill>
                  <a:srgbClr val="202020"/>
                </a:solidFill>
                <a:latin typeface="Calibri"/>
              </a:rPr>
              <a:t>Variance:</a:t>
            </a:r>
            <a:r>
              <a:rPr sz="1600">
                <a:solidFill>
                  <a:srgbClr val="202020"/>
                </a:solidFill>
                <a:latin typeface="Calibri"/>
              </a:rPr>
              <a:t> 15.1 billion — about 77,000× the mean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1600">
                <a:solidFill>
                  <a:srgbClr val="202020"/>
                </a:solidFill>
                <a:latin typeface="Calibri"/>
              </a:rPr>
              <a:t>Poisson</a:t>
            </a:r>
            <a:r>
              <a:rPr sz="1600">
                <a:solidFill>
                  <a:srgbClr val="202020"/>
                </a:solidFill>
                <a:latin typeface="Calibri"/>
              </a:rPr>
              <a:t> assumes those two numbers should be equal. They aren't close.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1600">
                <a:solidFill>
                  <a:srgbClr val="202020"/>
                </a:solidFill>
                <a:latin typeface="Calibri"/>
              </a:rPr>
              <a:t>Negative-Binomial</a:t>
            </a:r>
            <a:r>
              <a:rPr sz="1600">
                <a:solidFill>
                  <a:srgbClr val="202020"/>
                </a:solidFill>
                <a:latin typeface="Calibri"/>
              </a:rPr>
              <a:t> (r=2.53) has a second dial for exactly this kind of lumpiness.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9D4444"/>
                </a:solidFill>
                <a:latin typeface="Poppins"/>
              </a:rPr>
              <a:t>Clue #2: the raw survey number overstates how protected people already are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737360"/>
          <a:ext cx="56692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949440" y="23774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9D4444"/>
                </a:solidFill>
                <a:latin typeface="Poppins"/>
              </a:rPr>
              <a:t>-4.2 pts</a:t>
            </a:r>
          </a:p>
          <a:p>
            <a:pPr algn="ctr"/>
            <a:r>
              <a:rPr sz="1400">
                <a:solidFill>
                  <a:srgbClr val="6B6B6B"/>
                </a:solidFill>
                <a:latin typeface="Calibri"/>
              </a:rPr>
              <a:t>correction once we account
for deliberate oversampling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40233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600">
                <a:solidFill>
                  <a:srgbClr val="202020"/>
                </a:solidFill>
                <a:latin typeface="Calibri"/>
              </a:rPr>
              <a:t>The survey oversampled some areas on purpose (e.g. to guarantee rural coverage)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600">
                <a:solidFill>
                  <a:srgbClr val="202020"/>
                </a:solidFill>
                <a:latin typeface="Calibri"/>
              </a:rPr>
              <a:t>sample_weight corrects each household back to its true population share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9D4444"/>
                </a:solidFill>
                <a:latin typeface="Poppins"/>
              </a:rPr>
              <a:t>Clue #3: pretending villages are independent makes you falsely confident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02020"/>
                </a:solidFill>
                <a:latin typeface="Poppins"/>
              </a:rPr>
              <a:t>64.4%–76.4%</a:t>
            </a:r>
          </a:p>
          <a:p>
            <a:pPr algn="ctr"/>
            <a:r>
              <a:rPr sz="1400">
                <a:solidFill>
                  <a:srgbClr val="6B6B6B"/>
                </a:solidFill>
                <a:latin typeface="Calibri"/>
              </a:rPr>
              <a:t>Naive bootstrap
(ignores cluster design)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0116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17597"/>
                </a:solidFill>
                <a:latin typeface="Poppins"/>
              </a:rPr>
              <a:t>60.8%–77.8%</a:t>
            </a:r>
          </a:p>
          <a:p>
            <a:pPr algn="ctr"/>
            <a:r>
              <a:rPr sz="1400">
                <a:solidFill>
                  <a:srgbClr val="6B6B6B"/>
                </a:solidFill>
                <a:latin typeface="Calibri"/>
              </a:rPr>
              <a:t>Cluster bootstrap
(respects survey design)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0116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9D4444"/>
                </a:solidFill>
                <a:latin typeface="Poppins"/>
              </a:rPr>
              <a:t>width 17.0%</a:t>
            </a:r>
          </a:p>
          <a:p>
            <a:pPr algn="ctr"/>
            <a:r>
              <a:rPr sz="1400">
                <a:solidFill>
                  <a:srgbClr val="6B6B6B"/>
                </a:solidFill>
                <a:latin typeface="Calibri"/>
              </a:rPr>
              <a:t>vs. 11.9% naive —
the design effect, made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800">
                <a:solidFill>
                  <a:srgbClr val="202020"/>
                </a:solidFill>
                <a:latin typeface="Calibri"/>
              </a:rPr>
              <a:t>Most under-surveyed rural region: 9 clusters, 257 households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800">
                <a:solidFill>
                  <a:srgbClr val="202020"/>
                </a:solidFill>
                <a:latin typeface="Calibri"/>
              </a:rPr>
              <a:t>2,000 bootstrap resamples; cluster-aware interval correctly comes out wider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D44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Poppins"/>
              </a:rPr>
              <a:t>Then one number stopped making sense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EFB05C"/>
                </a:solidFill>
                <a:latin typeface="Poppins"/>
              </a:rPr>
              <a:t>427,551</a:t>
            </a:r>
          </a:p>
          <a:p>
            <a:pPr algn="ctr"/>
            <a:r>
              <a:rPr sz="1400">
                <a:solidFill>
                  <a:srgbClr val="6B6B6B"/>
                </a:solidFill>
                <a:latin typeface="Calibri"/>
              </a:rPr>
              <a:t>cases per 100,000 people
in one district 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28600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2000">
                <a:solidFill>
                  <a:srgbClr val="FFFFFF"/>
                </a:solidFill>
                <a:latin typeface="Calibri"/>
              </a:rPr>
              <a:t>That implies the average resident caught malaria more than four times over the reporting window.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2000">
                <a:solidFill>
                  <a:srgbClr val="FFFFFF"/>
                </a:solidFill>
                <a:latin typeface="Calibri"/>
              </a:rPr>
              <a:t>First instinct: a typo in a handful of districts. We checked.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9D4444"/>
                </a:solidFill>
                <a:latin typeface="Poppins"/>
              </a:rPr>
              <a:t>It wasn't a typo. It was every district, on a smooth curve</a:t>
            </a:r>
          </a:p>
        </p:txBody>
      </p:sp>
      <p:pic>
        <p:nvPicPr>
          <p:cNvPr id="3" name="Picture 2" descr="twis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7015447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82880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1500">
                <a:solidFill>
                  <a:srgbClr val="202020"/>
                </a:solidFill>
                <a:latin typeface="Calibri"/>
              </a:rPr>
              <a:t>suspected_cases</a:t>
            </a:r>
            <a:r>
              <a:rPr sz="1500">
                <a:solidFill>
                  <a:srgbClr val="202020"/>
                </a:solidFill>
                <a:latin typeface="Calibri"/>
              </a:rPr>
              <a:t> exceeds population in 50 of 50 districts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1500">
                <a:solidFill>
                  <a:srgbClr val="202020"/>
                </a:solidFill>
                <a:latin typeface="Calibri"/>
              </a:rPr>
              <a:t>No gap</a:t>
            </a:r>
            <a:r>
              <a:rPr sz="1500">
                <a:solidFill>
                  <a:srgbClr val="202020"/>
                </a:solidFill>
                <a:latin typeface="Calibri"/>
              </a:rPr>
              <a:t> separates "broken" districts from "normal" ones — one continuous distribution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1500">
                <a:solidFill>
                  <a:srgbClr val="202020"/>
                </a:solidFill>
                <a:latin typeface="Calibri"/>
              </a:rPr>
              <a:t>Internal ratios stay sane</a:t>
            </a:r>
            <a:r>
              <a:rPr sz="1500">
                <a:solidFill>
                  <a:srgbClr val="202020"/>
                </a:solidFill>
                <a:latin typeface="Calibri"/>
              </a:rPr>
              <a:t>: ~73% test rate, ~58% positivity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1500">
                <a:solidFill>
                  <a:srgbClr val="202020"/>
                </a:solidFill>
                <a:latin typeface="Calibri"/>
              </a:rPr>
              <a:t>Most likely cause: </a:t>
            </a:r>
            <a:r>
              <a:rPr sz="1500">
                <a:solidFill>
                  <a:srgbClr val="202020"/>
                </a:solidFill>
                <a:latin typeface="Calibri"/>
              </a:rPr>
              <a:t>routine facility data counts repeat visits, not unique patients — documented in the literature for this exact surveillance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9D4444"/>
                </a:solidFill>
                <a:latin typeface="Poppins"/>
              </a:rPr>
              <a:t>We didn't fix an unfixable number — we changed how we use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2100">
                <a:solidFill>
                  <a:srgbClr val="202020"/>
                </a:solidFill>
                <a:latin typeface="Calibri"/>
              </a:rPr>
              <a:t>Nothing isolated to repair: </a:t>
            </a:r>
            <a:r>
              <a:rPr sz="2100">
                <a:solidFill>
                  <a:srgbClr val="202020"/>
                </a:solidFill>
                <a:latin typeface="Calibri"/>
              </a:rPr>
              <a:t>the pattern is dataset-wide, not a handful of bad rows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2100">
                <a:solidFill>
                  <a:srgbClr val="202020"/>
                </a:solidFill>
                <a:latin typeface="Calibri"/>
              </a:rPr>
              <a:t>Documented, with numbers, </a:t>
            </a:r>
            <a:r>
              <a:rPr sz="2100">
                <a:solidFill>
                  <a:srgbClr val="202020"/>
                </a:solidFill>
                <a:latin typeface="Calibri"/>
              </a:rPr>
              <a:t>in the leakage audit — not silently patched over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2100">
                <a:solidFill>
                  <a:srgbClr val="202020"/>
                </a:solidFill>
                <a:latin typeface="Calibri"/>
              </a:rPr>
              <a:t>Ranking switched from raw magnitude to percentile rank: </a:t>
            </a:r>
            <a:r>
              <a:rPr sz="2100">
                <a:solidFill>
                  <a:srgbClr val="202020"/>
                </a:solidFill>
                <a:latin typeface="Calibri"/>
              </a:rPr>
              <a:t>the ordering across districts survives even when the absolute number doesn't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663440"/>
            <a:ext cx="11094415" cy="1005840"/>
          </a:xfrm>
          <a:prstGeom prst="roundRect">
            <a:avLst/>
          </a:prstGeom>
          <a:solidFill>
            <a:srgbClr val="E5DECF"/>
          </a:solidFill>
          <a:ln w="15875">
            <a:solidFill>
              <a:srgbClr val="017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700">
                <a:solidFill>
                  <a:srgbClr val="9D4444"/>
                </a:solidFill>
                <a:latin typeface="Calibri"/>
              </a:rPr>
              <a:t>The data dictionary had already warned us: “treat as a relative burden
indicator, not absolute prevalence.” We just hadn't taken it seriously until now.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9D4444"/>
                </a:solidFill>
                <a:latin typeface="Poppins"/>
              </a:rPr>
              <a:t>13 of 16 regions were never measured at all</a:t>
            </a:r>
          </a:p>
        </p:txBody>
      </p:sp>
      <p:pic>
        <p:nvPicPr>
          <p:cNvPr id="3" name="Picture 2" descr="map_conf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554480"/>
            <a:ext cx="4369356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237744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9D4444"/>
                </a:solidFill>
                <a:latin typeface="Poppins"/>
              </a:rPr>
              <a:t>13 / 16</a:t>
            </a:r>
          </a:p>
          <a:p>
            <a:pPr algn="ctr"/>
            <a:r>
              <a:rPr sz="1400">
                <a:solidFill>
                  <a:srgbClr val="6B6B6B"/>
                </a:solidFill>
                <a:latin typeface="Calibri"/>
              </a:rPr>
              <a:t>regions with zero
district-level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9319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600">
                <a:solidFill>
                  <a:srgbClr val="202020"/>
                </a:solidFill>
                <a:latin typeface="Calibri"/>
              </a:rPr>
              <a:t>Not "low data" — zero.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600">
                <a:solidFill>
                  <a:srgbClr val="202020"/>
                </a:solidFill>
                <a:latin typeface="Calibri"/>
              </a:rPr>
              <a:t>Silently excluding them implies "no risk." We call them "unknown" instead.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9D4444"/>
                </a:solidFill>
                <a:latin typeface="Poppins"/>
              </a:rPr>
              <a:t>Burden, existing coverage, and confidence — read together, not alone</a:t>
            </a:r>
          </a:p>
        </p:txBody>
      </p:sp>
      <p:pic>
        <p:nvPicPr>
          <p:cNvPr id="3" name="Picture 2" descr="map_bur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3594301" cy="4297680"/>
          </a:xfrm>
          <a:prstGeom prst="rect">
            <a:avLst/>
          </a:prstGeom>
        </p:spPr>
      </p:pic>
      <p:pic>
        <p:nvPicPr>
          <p:cNvPr id="4" name="Picture 3" descr="map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737360"/>
            <a:ext cx="3648148" cy="4297680"/>
          </a:xfrm>
          <a:prstGeom prst="rect">
            <a:avLst/>
          </a:prstGeom>
        </p:spPr>
      </p:pic>
      <p:pic>
        <p:nvPicPr>
          <p:cNvPr id="5" name="Picture 4" descr="map_confid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737360"/>
            <a:ext cx="3802958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417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17597"/>
                </a:solidFill>
                <a:latin typeface="Poppins"/>
              </a:rPr>
              <a:t>Burden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17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17597"/>
                </a:solidFill>
                <a:latin typeface="Poppins"/>
              </a:rPr>
              <a:t>Existing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417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17597"/>
                </a:solidFill>
                <a:latin typeface="Poppins"/>
              </a:rPr>
              <a:t>Confidence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9D4444"/>
                </a:solidFill>
                <a:latin typeface="Poppins"/>
              </a:rPr>
              <a:t>Upper West carries the highest burden and the lowest existing coverage</a:t>
            </a:r>
          </a:p>
        </p:txBody>
      </p:sp>
      <p:pic>
        <p:nvPicPr>
          <p:cNvPr id="3" name="Picture 2" descr="map_p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554480"/>
            <a:ext cx="4129622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2011680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1600">
                <a:solidFill>
                  <a:srgbClr val="202020"/>
                </a:solidFill>
                <a:latin typeface="Calibri"/>
              </a:rPr>
              <a:t>Immediate priority: </a:t>
            </a:r>
            <a:r>
              <a:rPr sz="1600">
                <a:solidFill>
                  <a:srgbClr val="202020"/>
                </a:solidFill>
                <a:latin typeface="Calibri"/>
              </a:rPr>
              <a:t>Wa, Daffiama-Bussie-Issa, Lambussie-Karni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1600">
                <a:solidFill>
                  <a:srgbClr val="202020"/>
                </a:solidFill>
                <a:latin typeface="Calibri"/>
              </a:rPr>
              <a:t>All three: </a:t>
            </a:r>
            <a:r>
              <a:rPr sz="1600">
                <a:solidFill>
                  <a:srgbClr val="202020"/>
                </a:solidFill>
                <a:latin typeface="Calibri"/>
              </a:rPr>
              <a:t>high burden, high data confidence, lowest existing coverage of the three regions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1600">
                <a:solidFill>
                  <a:srgbClr val="202020"/>
                </a:solidFill>
                <a:latin typeface="Calibri"/>
              </a:rPr>
              <a:t>13 unmeasured regions: </a:t>
            </a:r>
            <a:r>
              <a:rPr sz="1600">
                <a:solidFill>
                  <a:srgbClr val="202020"/>
                </a:solidFill>
                <a:latin typeface="Calibri"/>
              </a:rPr>
              <a:t>flagged for supplementary sampling, not deprioritized by omission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9D4444"/>
                </a:solidFill>
                <a:latin typeface="Poppins"/>
              </a:rPr>
              <a:t>What we're still not sure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944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900">
                <a:solidFill>
                  <a:srgbClr val="202020"/>
                </a:solidFill>
                <a:latin typeface="Calibri"/>
              </a:rPr>
              <a:t>District case data is limited to 3 regions — the recommendation can't speak for the other 13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900">
                <a:solidFill>
                  <a:srgbClr val="202020"/>
                </a:solidFill>
                <a:latin typeface="Calibri"/>
              </a:rPr>
              <a:t>net_coverage_pct is region-level only — can't differentiate districts within a region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900">
                <a:solidFill>
                  <a:srgbClr val="202020"/>
                </a:solidFill>
                <a:latin typeface="Calibri"/>
              </a:rPr>
              <a:t>7 districts remain implausible even after annualizing — flagged, not resolved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900">
                <a:solidFill>
                  <a:srgbClr val="202020"/>
                </a:solidFill>
                <a:latin typeface="Calibri"/>
              </a:rPr>
              <a:t>DHS's own published CI was unavailable (blank) for our bootstrap's target region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900">
                <a:solidFill>
                  <a:srgbClr val="202020"/>
                </a:solidFill>
                <a:latin typeface="Calibri"/>
              </a:rPr>
              <a:t>2022 net-coverage vs. 2014-17 case window is a temporal mismatch (leakage audit, item 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D44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oppins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9441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2000">
                <a:solidFill>
                  <a:srgbClr val="FFFFFF"/>
                </a:solidFill>
                <a:latin typeface="Calibri"/>
              </a:rPr>
              <a:t>1. </a:t>
            </a:r>
            <a:r>
              <a:rPr sz="2000">
                <a:solidFill>
                  <a:srgbClr val="FFFFFF"/>
                </a:solidFill>
                <a:latin typeface="Calibri"/>
              </a:rPr>
              <a:t>The data is genuinely over-dispersed — Negative-Binomial, not Poisson, is the honest model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2000">
                <a:solidFill>
                  <a:srgbClr val="FFFFFF"/>
                </a:solidFill>
                <a:latin typeface="Calibri"/>
              </a:rPr>
              <a:t>2. </a:t>
            </a:r>
            <a:r>
              <a:rPr sz="2000">
                <a:solidFill>
                  <a:srgbClr val="FFFFFF"/>
                </a:solidFill>
                <a:latin typeface="Calibri"/>
              </a:rPr>
              <a:t>A single "impossible" number turned out to be a real, dataset-wide pattern — investigating beat assuming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2000">
                <a:solidFill>
                  <a:srgbClr val="FFFFFF"/>
                </a:solidFill>
                <a:latin typeface="Calibri"/>
              </a:rPr>
              <a:t>3. </a:t>
            </a:r>
            <a:r>
              <a:rPr sz="2000">
                <a:solidFill>
                  <a:srgbClr val="FFFFFF"/>
                </a:solidFill>
                <a:latin typeface="Calibri"/>
              </a:rPr>
              <a:t>Percentile ranking survived a data-quality problem that raw magnitude couldn't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2000">
                <a:solidFill>
                  <a:srgbClr val="FFFFFF"/>
                </a:solidFill>
                <a:latin typeface="Calibri"/>
              </a:rPr>
              <a:t>4. </a:t>
            </a:r>
            <a:r>
              <a:rPr sz="2000">
                <a:solidFill>
                  <a:srgbClr val="FFFFFF"/>
                </a:solidFill>
                <a:latin typeface="Calibri"/>
              </a:rPr>
              <a:t>13 of 16 regions remain data-blind — equity means naming that gap, not hiding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C8C8C8"/>
                </a:solidFill>
                <a:latin typeface="Calibri"/>
              </a:rPr>
              <a:t>Team contact: [team email]  |  Repository: [github link]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9D4444"/>
                </a:solidFill>
                <a:latin typeface="Poppins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600">
                <a:solidFill>
                  <a:srgbClr val="202020"/>
                </a:solidFill>
                <a:latin typeface="Calibri"/>
              </a:rPr>
              <a:t>WHO World Malaria Report 2024. World Health Organization, December 2024.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600">
                <a:solidFill>
                  <a:srgbClr val="202020"/>
                </a:solidFill>
                <a:latin typeface="Calibri"/>
              </a:rPr>
              <a:t>Ghana Statistical Service, Ghana Health Service, ICF. Ghana Demographic and Health Survey 2022.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600">
                <a:solidFill>
                  <a:srgbClr val="202020"/>
                </a:solidFill>
                <a:latin typeface="Calibri"/>
              </a:rPr>
              <a:t>DHS Program. Subnational malaria and ITN indicators, Ghana surveys 2003-2022.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600">
                <a:solidFill>
                  <a:srgbClr val="202020"/>
                </a:solidFill>
                <a:latin typeface="Calibri"/>
              </a:rPr>
              <a:t>Ghana Health Service. Routine malaria surveillance, Northern/Upper East/Upper West regions, 2014-2017.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sz="1600">
                <a:solidFill>
                  <a:srgbClr val="202020"/>
                </a:solidFill>
                <a:latin typeface="Calibri"/>
              </a:rPr>
              <a:t>geoBoundaries / Humanitarian Data Exchange. Ghana administrative boundaries.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400">
                <a:solidFill>
                  <a:srgbClr val="6B6B6B"/>
                </a:solidFill>
                <a:latin typeface="Calibri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9D4444"/>
                </a:solidFill>
                <a:latin typeface="Poppins"/>
              </a:rPr>
              <a:t>Full leakage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1800">
                <a:solidFill>
                  <a:srgbClr val="202020"/>
                </a:solidFill>
                <a:latin typeface="Calibri"/>
              </a:rPr>
              <a:t>1. Temporal: </a:t>
            </a:r>
            <a:r>
              <a:rPr sz="1800">
                <a:solidFill>
                  <a:srgbClr val="202020"/>
                </a:solidFill>
                <a:latin typeface="Calibri"/>
              </a:rPr>
              <a:t>net_coverage_pct (2022) explaining positive_cases (2014-17)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1800">
                <a:solidFill>
                  <a:srgbClr val="202020"/>
                </a:solidFill>
                <a:latin typeface="Calibri"/>
              </a:rPr>
              <a:t>2. Region-reorg: </a:t>
            </a:r>
            <a:r>
              <a:rPr sz="1800">
                <a:solidFill>
                  <a:srgbClr val="202020"/>
                </a:solidFill>
                <a:latin typeface="Calibri"/>
              </a:rPr>
              <a:t>pre-2022 rows missing the 16-region code for split regions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1800">
                <a:solidFill>
                  <a:srgbClr val="202020"/>
                </a:solidFill>
                <a:latin typeface="Calibri"/>
              </a:rPr>
              <a:t>3. Pooled-preprocessing: </a:t>
            </a:r>
            <a:r>
              <a:rPr sz="1800">
                <a:solidFill>
                  <a:srgbClr val="202020"/>
                </a:solidFill>
                <a:latin typeface="Calibri"/>
              </a:rPr>
              <a:t>median mean_population, all data 89,383 vs. train-only 92,010 (diff 2,628)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1800">
                <a:solidFill>
                  <a:srgbClr val="202020"/>
                </a:solidFill>
                <a:latin typeface="Calibri"/>
              </a:rPr>
              <a:t>4. Population-denominator: </a:t>
            </a:r>
            <a:r>
              <a:rPr sz="1800">
                <a:solidFill>
                  <a:srgbClr val="202020"/>
                </a:solidFill>
                <a:latin typeface="Calibri"/>
              </a:rPr>
              <a:t>50/50 districts exceed population in suspected_cases; annualized rate 9,249-178,339/100k/yr (median 53,777)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400">
                <a:solidFill>
                  <a:srgbClr val="6B6B6B"/>
                </a:solidFill>
                <a:latin typeface="Calibri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9D4444"/>
                </a:solidFill>
                <a:latin typeface="Poppins"/>
              </a:rPr>
              <a:t>Statistical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1800">
                <a:solidFill>
                  <a:srgbClr val="202020"/>
                </a:solidFill>
                <a:latin typeface="Calibri"/>
              </a:rPr>
              <a:t>Poisson: </a:t>
            </a:r>
            <a:r>
              <a:rPr sz="1800">
                <a:solidFill>
                  <a:srgbClr val="202020"/>
                </a:solidFill>
                <a:latin typeface="Calibri"/>
              </a:rPr>
              <a:t>single-parameter (λ = mean); assumes variance = mean by construction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1800">
                <a:solidFill>
                  <a:srgbClr val="202020"/>
                </a:solidFill>
                <a:latin typeface="Calibri"/>
              </a:rPr>
              <a:t>Negative-Binomial: </a:t>
            </a:r>
            <a:r>
              <a:rPr sz="1800">
                <a:solidFill>
                  <a:srgbClr val="202020"/>
                </a:solidFill>
                <a:latin typeface="Calibri"/>
              </a:rPr>
              <a:t>method-of-moments, r = μ²/(σ²-μ); r→∞ recovers Poisson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1800">
                <a:solidFill>
                  <a:srgbClr val="202020"/>
                </a:solidFill>
                <a:latin typeface="Calibri"/>
              </a:rPr>
              <a:t>Sampling weights: </a:t>
            </a:r>
            <a:r>
              <a:rPr sz="1800">
                <a:solidFill>
                  <a:srgbClr val="202020"/>
                </a:solidFill>
                <a:latin typeface="Calibri"/>
              </a:rPr>
              <a:t>hv005/1e6; inverse selection probability from the multi-stage stratified design, adjusted for non-response</a:t>
            </a:r>
          </a:p>
          <a:p>
            <a:pPr marL="228600" indent="-228600">
              <a:spcAft>
                <a:spcPts val="1300"/>
              </a:spcAft>
              <a:buFont typeface="Arial"/>
              <a:buChar char="•"/>
            </a:pPr>
            <a:r>
              <a:rPr b="1" sz="1800">
                <a:solidFill>
                  <a:srgbClr val="202020"/>
                </a:solidFill>
                <a:latin typeface="Calibri"/>
              </a:rPr>
              <a:t>Bootstrap: </a:t>
            </a:r>
            <a:r>
              <a:rPr sz="1800">
                <a:solidFill>
                  <a:srgbClr val="202020"/>
                </a:solidFill>
                <a:latin typeface="Calibri"/>
              </a:rPr>
              <a:t>2,000 resamples, percentile 95% CI; cluster version resamples whole clusters via precomputed per-cluster sums, not individual households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shesi">
      <a:dk1>
        <a:srgbClr val="000000"/>
      </a:dk1>
      <a:lt1>
        <a:srgbClr val="FFFFFF"/>
      </a:lt1>
      <a:dk2>
        <a:srgbClr val="9D4444"/>
      </a:dk2>
      <a:lt2>
        <a:srgbClr val="BBBCBC"/>
      </a:lt2>
      <a:accent1>
        <a:srgbClr val="EFB05C"/>
      </a:accent1>
      <a:accent2>
        <a:srgbClr val="000000"/>
      </a:accent2>
      <a:accent3>
        <a:srgbClr val="85A9D2"/>
      </a:accent3>
      <a:accent4>
        <a:srgbClr val="F6D6C8"/>
      </a:accent4>
      <a:accent5>
        <a:srgbClr val="017597"/>
      </a:accent5>
      <a:accent6>
        <a:srgbClr val="E5DECF"/>
      </a:accent6>
      <a:hlink>
        <a:srgbClr val="FFFFFF"/>
      </a:hlink>
      <a:folHlink>
        <a:srgbClr val="00B0F0"/>
      </a:folHlink>
    </a:clrScheme>
    <a:fontScheme name="Custom 3">
      <a:majorFont>
        <a:latin typeface="Poppins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Ashesi Theme 1</Template>
  <TotalTime>7111</TotalTime>
  <Words>687</Words>
  <Application>Microsoft Office PowerPoint</Application>
  <PresentationFormat>Widescreen</PresentationFormat>
  <Paragraphs>81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Candara</vt:lpstr>
      <vt:lpstr>Dela Gothic One</vt:lpstr>
      <vt:lpstr>Garamond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Aviva Nawa</dc:creator>
  <cp:lastModifiedBy>Blas</cp:lastModifiedBy>
  <cp:revision>13</cp:revision>
  <dcterms:created xsi:type="dcterms:W3CDTF">2025-03-20T03:44:11Z</dcterms:created>
  <dcterms:modified xsi:type="dcterms:W3CDTF">2026-02-19T14:01:37Z</dcterms:modified>
</cp:coreProperties>
</file>